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IBM Plex Sans"/>
      <p:regular r:id="rId23"/>
      <p:bold r:id="rId24"/>
      <p:italic r:id="rId25"/>
      <p:boldItalic r:id="rId26"/>
    </p:embeddedFont>
    <p:embeddedFont>
      <p:font typeface="IBM Plex Sans Light"/>
      <p:regular r:id="rId27"/>
      <p:bold r:id="rId28"/>
      <p:italic r:id="rId29"/>
      <p:boldItalic r:id="rId30"/>
    </p:embeddedFont>
    <p:embeddedFont>
      <p:font typeface="Roboto"/>
      <p:regular r:id="rId31"/>
      <p:bold r:id="rId32"/>
      <p:italic r:id="rId33"/>
      <p:boldItalic r:id="rId34"/>
    </p:embeddedFont>
    <p:embeddedFont>
      <p:font typeface="IBM Plex Sans Medium"/>
      <p:regular r:id="rId35"/>
      <p:bold r:id="rId36"/>
      <p:italic r:id="rId37"/>
      <p:boldItalic r:id="rId38"/>
    </p:embeddedFont>
    <p:embeddedFont>
      <p:font typeface="DM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3" roundtripDataSignature="AMtx7mgsuV5mmzpGoLydov+XinGngU2w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fntdata"/><Relationship Id="rId20" Type="http://schemas.openxmlformats.org/officeDocument/2006/relationships/slide" Target="slides/slide15.xml"/><Relationship Id="rId42" Type="http://schemas.openxmlformats.org/officeDocument/2006/relationships/font" Target="fonts/DMSans-boldItalic.fntdata"/><Relationship Id="rId41" Type="http://schemas.openxmlformats.org/officeDocument/2006/relationships/font" Target="fonts/DMSans-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font" Target="fonts/IBMPlexSans-bold.fntdata"/><Relationship Id="rId23" Type="http://schemas.openxmlformats.org/officeDocument/2006/relationships/font" Target="fonts/IBMPlex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boldItalic.fntdata"/><Relationship Id="rId25" Type="http://schemas.openxmlformats.org/officeDocument/2006/relationships/font" Target="fonts/IBMPlexSans-italic.fntdata"/><Relationship Id="rId28" Type="http://schemas.openxmlformats.org/officeDocument/2006/relationships/font" Target="fonts/IBMPlexSansLight-bold.fntdata"/><Relationship Id="rId27" Type="http://schemas.openxmlformats.org/officeDocument/2006/relationships/font" Target="fonts/IBMPlexSans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Ligh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font" Target="fonts/IBMPlexSansLight-boldItalic.fntdata"/><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35" Type="http://schemas.openxmlformats.org/officeDocument/2006/relationships/font" Target="fonts/IBMPlexSansMedium-regular.fntdata"/><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37" Type="http://schemas.openxmlformats.org/officeDocument/2006/relationships/font" Target="fonts/IBMPlexSansMedium-italic.fntdata"/><Relationship Id="rId14" Type="http://schemas.openxmlformats.org/officeDocument/2006/relationships/slide" Target="slides/slide9.xml"/><Relationship Id="rId36" Type="http://schemas.openxmlformats.org/officeDocument/2006/relationships/font" Target="fonts/IBMPlexSansMedium-bold.fntdata"/><Relationship Id="rId17" Type="http://schemas.openxmlformats.org/officeDocument/2006/relationships/slide" Target="slides/slide12.xml"/><Relationship Id="rId39" Type="http://schemas.openxmlformats.org/officeDocument/2006/relationships/font" Target="fonts/DMSans-regular.fntdata"/><Relationship Id="rId16" Type="http://schemas.openxmlformats.org/officeDocument/2006/relationships/slide" Target="slides/slide11.xml"/><Relationship Id="rId38" Type="http://schemas.openxmlformats.org/officeDocument/2006/relationships/font" Target="fonts/IBMPlexSans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Hello everyone, I'm Ashritha, and with my teammates, Peter and Jason we'll be presenting our project, A Visual History of Popular Music. Our question is how the sound of music has changed over time. To answer it, we used the Spotify Dataset 1921 to 2020, which has 586,672 tracks and about 1.16 million artists, with audio features such as danceability, energy and acousticness for every song.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 is what we'll cover. First, I'll introduce the dataset and our question. Second, I'll go through the four fixes we made to clean the data: dates, re-releases, spoken word and structure. Third, I'll walk through two figures from our exploratory analysis. One shows how often artists collaborate, and the other shows where popular artists come from. After that, my teammates will take you through the four chapters of our story: artists, sound, tempo and meaning.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h3b4df1639693c68c_0_16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h3b4df1639693c68c_0_16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Our project asks one question: how has the sound of music changed over time?</a:t>
            </a:r>
            <a:endParaRPr/>
          </a:p>
          <a:p>
            <a:pPr indent="0" lvl="0" marL="0" rtl="0" algn="l">
              <a:lnSpc>
                <a:spcPct val="115000"/>
              </a:lnSpc>
              <a:spcBef>
                <a:spcPts val="1200"/>
              </a:spcBef>
              <a:spcAft>
                <a:spcPts val="0"/>
              </a:spcAft>
              <a:buClr>
                <a:schemeClr val="dk1"/>
              </a:buClr>
              <a:buSzPts val="1100"/>
              <a:buFont typeface="Arial"/>
              <a:buNone/>
            </a:pPr>
            <a:r>
              <a:rPr lang="en"/>
              <a:t>To answer it, we used the Spotify Dataset 1921 to 2020 from Kaggle, which comes from the Spotify Web API. It has two files. The first has 586,672 tracks, each with Spotify's audio features, such as danceability, energy, valence and acousticness, plus details like release date and popularity. The second has about 1.16 million artists, with their followers, genres and popularity. Together they cover roughly a hundred years of music, from the 1920s to early 2021.</a:t>
            </a:r>
            <a:endParaRPr/>
          </a:p>
          <a:p>
            <a:pPr indent="0" lvl="0" marL="0" rtl="0" algn="l">
              <a:lnSpc>
                <a:spcPct val="115000"/>
              </a:lnSpc>
              <a:spcBef>
                <a:spcPts val="1200"/>
              </a:spcBef>
              <a:spcAft>
                <a:spcPts val="0"/>
              </a:spcAft>
              <a:buClr>
                <a:schemeClr val="dk1"/>
              </a:buClr>
              <a:buSzPts val="1100"/>
              <a:buFont typeface="Arial"/>
              <a:buNone/>
            </a:pPr>
            <a:r>
              <a:rPr lang="en"/>
              <a:t>We tell the story in four chapters. First, artists: who makes music, and how has that changed? Second, sound: how music moved from quiet and acoustic to loud and produced. Third, tempo: did music get faster and more danceable? And fourth, meaning: how do songs feel, and what do listeners reward?</a:t>
            </a:r>
            <a:endParaRPr/>
          </a:p>
          <a:p>
            <a:pPr indent="0" lvl="0" marL="0" rtl="0" algn="l">
              <a:lnSpc>
                <a:spcPct val="115000"/>
              </a:lnSpc>
              <a:spcBef>
                <a:spcPts val="1200"/>
              </a:spcBef>
              <a:spcAft>
                <a:spcPts val="0"/>
              </a:spcAft>
              <a:buClr>
                <a:schemeClr val="dk1"/>
              </a:buClr>
              <a:buSzPts val="1100"/>
              <a:buFont typeface="Arial"/>
              <a:buNone/>
            </a:pPr>
            <a:r>
              <a:rPr lang="en"/>
              <a:t>Before we get to those chapters, I'll walk you through how we cleaned the data, and then what we found in our exploratory analysis.</a:t>
            </a:r>
            <a:endParaRPr/>
          </a:p>
          <a:p>
            <a:pPr indent="0" lvl="0" marL="0" rtl="0" algn="l">
              <a:spcBef>
                <a:spcPts val="1200"/>
              </a:spcBef>
              <a:spcAft>
                <a:spcPts val="0"/>
              </a:spcAft>
              <a:buNone/>
            </a:pPr>
            <a:r>
              <a:t/>
            </a:r>
            <a:endParaRPr/>
          </a:p>
        </p:txBody>
      </p:sp>
      <p:sp>
        <p:nvSpPr>
          <p:cNvPr id="460" name="Google Shape;460;h3b4df1639693c68c_0_16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h3b4df1639693c68c_0_9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h3b4df1639693c68c_0_9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made four fixes before any analysis.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dates: release dates come in three formats, and default date parsing blanks 138,591 of them, or 23.6%. About 60% of 1920s tracks have only a year, so we read the year from the first four characters and lost no valid years.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re-releases: 59,992 rows repeat a song title and artist, such as remasters and deluxe editions, so we kept the earliest release, and results with and without this step differ by less than 0.01 in the correlation with release year.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Third, spoken word: 22,430 tracks have speechiness above 0.66, mostly audiobooks and comedy, and we excluded them because our question is about music.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Fourth, structure: artist and genre fields were stored as text that looks like a list, so we parsed them, joined the artist table, which matched 97.8% of tracks, and added 22 columns, including year, decade and mood. We also dropped 71 unnamed tracks and set impossible tempo, time signature and loudness values to missing instead of deleting them. About 74% of artists have no genre tags, so genre results cover a subset.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total, 586,672 raw tracks became 526,608 clean tracks, a drop of 10.2%.</a:t>
            </a:r>
            <a:endParaRPr/>
          </a:p>
        </p:txBody>
      </p:sp>
      <p:sp>
        <p:nvSpPr>
          <p:cNvPr id="494" name="Google Shape;494;h3b4df1639693c68c_0_9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h3892b9dc31c4a313_0_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h3892b9dc31c4a313_0_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Before - mean song duration - 3.88 mins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1st 99th percentile - between 1 and 9.8 mins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excluded skits, intros, dj mixes, audiobooks, and noise tracks making up the area outside the 99th percentile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Removing 10,084 extreme duration tracks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17" name="Google Shape;517;h3892b9dc31c4a313_0_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3892b9dc31c4a313_0_6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h3892b9dc31c4a313_0_6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
                <a:solidFill>
                  <a:schemeClr val="dk1"/>
                </a:solidFill>
              </a:rPr>
              <a:t>The mean changed slightly from 3.88 min to 3.79 min - but median stayed the same at 3.61min - so the typical track stayed the same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Most tracks cluster around 3–4 minutes, but a smaller number of longer tracks create a remaining right tail. Because the mean is 3.79 minutes and the median is 3.61 minutes, the longer tracks pull the mean upward</a:t>
            </a:r>
            <a:endParaRPr/>
          </a:p>
          <a:p>
            <a:pPr indent="0" lvl="0" marL="0" rtl="0" algn="l">
              <a:spcBef>
                <a:spcPts val="0"/>
              </a:spcBef>
              <a:spcAft>
                <a:spcPts val="0"/>
              </a:spcAft>
              <a:buNone/>
            </a:pPr>
            <a:r>
              <a:t/>
            </a:r>
            <a:endParaRPr/>
          </a:p>
        </p:txBody>
      </p:sp>
      <p:sp>
        <p:nvSpPr>
          <p:cNvPr id="525" name="Google Shape;525;h3892b9dc31c4a313_0_6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h3073bbad12d760b9_2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h3073bbad12d760b9_2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In our exploratory analysis, one question we asked was whether artists work alone or together, and how that has changed.</a:t>
            </a:r>
            <a:endParaRPr/>
          </a:p>
          <a:p>
            <a:pPr indent="0" lvl="0" marL="0" rtl="0" algn="l">
              <a:lnSpc>
                <a:spcPct val="115000"/>
              </a:lnSpc>
              <a:spcBef>
                <a:spcPts val="1200"/>
              </a:spcBef>
              <a:spcAft>
                <a:spcPts val="0"/>
              </a:spcAft>
              <a:buClr>
                <a:schemeClr val="dk1"/>
              </a:buClr>
              <a:buSzPts val="1100"/>
              <a:buFont typeface="Arial"/>
              <a:buNone/>
            </a:pPr>
            <a:r>
              <a:rPr lang="en"/>
              <a:t>These two charts show it by release year. On the left is the share of tracks that credit two or more artists. On the right is the average number of artists per track. The shaded bands show our uncertainty, so a wider band means fewer tracks that year.</a:t>
            </a:r>
            <a:endParaRPr/>
          </a:p>
          <a:p>
            <a:pPr indent="0" lvl="0" marL="0" rtl="0" algn="l">
              <a:lnSpc>
                <a:spcPct val="115000"/>
              </a:lnSpc>
              <a:spcBef>
                <a:spcPts val="1200"/>
              </a:spcBef>
              <a:spcAft>
                <a:spcPts val="0"/>
              </a:spcAft>
              <a:buClr>
                <a:schemeClr val="dk1"/>
              </a:buClr>
              <a:buSzPts val="1100"/>
              <a:buFont typeface="Arial"/>
              <a:buNone/>
            </a:pPr>
            <a:r>
              <a:rPr lang="en"/>
              <a:t>What we found is a U shape. In 1950, about 30% of tracks had multiple artists. By 1990 that dropped to 8%, roughly one track in twelve. Then it climbed back to 36% by 2020, more than one in three. Artists per track tell the same story, going from 1.11 in 1980 to 1.55 in 2020.</a:t>
            </a:r>
            <a:endParaRPr/>
          </a:p>
          <a:p>
            <a:pPr indent="0" lvl="0" marL="0" rtl="0" algn="l">
              <a:lnSpc>
                <a:spcPct val="115000"/>
              </a:lnSpc>
              <a:spcBef>
                <a:spcPts val="1200"/>
              </a:spcBef>
              <a:spcAft>
                <a:spcPts val="0"/>
              </a:spcAft>
              <a:buClr>
                <a:schemeClr val="dk1"/>
              </a:buClr>
              <a:buSzPts val="1100"/>
              <a:buFont typeface="Arial"/>
              <a:buNone/>
            </a:pPr>
            <a:r>
              <a:rPr lang="en"/>
              <a:t>Two things to keep in mind. The early peak is mostly classical recordings, where the credits list both a composer and a performer, so it reflects how credits were written, not more collaboration. And the wide bands before 1940 mean very few tracks, so we read those years with care.</a:t>
            </a:r>
            <a:endParaRPr/>
          </a:p>
          <a:p>
            <a:pPr indent="0" lvl="0" marL="0" rtl="0" algn="l">
              <a:lnSpc>
                <a:spcPct val="115000"/>
              </a:lnSpc>
              <a:spcBef>
                <a:spcPts val="1200"/>
              </a:spcBef>
              <a:spcAft>
                <a:spcPts val="0"/>
              </a:spcAft>
              <a:buClr>
                <a:schemeClr val="dk1"/>
              </a:buClr>
              <a:buSzPts val="1100"/>
              <a:buFont typeface="Arial"/>
              <a:buNone/>
            </a:pPr>
            <a:r>
              <a:rPr lang="en"/>
              <a:t>The takeaway: working together is a streaming-era shift. Next, we'll look at where popular artists come from."</a:t>
            </a:r>
            <a:endParaRPr/>
          </a:p>
          <a:p>
            <a:pPr indent="0" lvl="0" marL="0" rtl="0" algn="l">
              <a:spcBef>
                <a:spcPts val="1200"/>
              </a:spcBef>
              <a:spcAft>
                <a:spcPts val="0"/>
              </a:spcAft>
              <a:buNone/>
            </a:pPr>
            <a:r>
              <a:t/>
            </a:r>
            <a:endParaRPr/>
          </a:p>
        </p:txBody>
      </p:sp>
      <p:sp>
        <p:nvSpPr>
          <p:cNvPr id="533" name="Google Shape;533;h3073bbad12d760b9_2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3073bbad12d760b9_2_2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h3073bbad12d760b9_2_2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This figure from our exploratory analysis asks one question: where do the artists people stream today come from?</a:t>
            </a:r>
            <a:endParaRPr/>
          </a:p>
          <a:p>
            <a:pPr indent="0" lvl="0" marL="0" rtl="0" algn="l">
              <a:lnSpc>
                <a:spcPct val="115000"/>
              </a:lnSpc>
              <a:spcBef>
                <a:spcPts val="1200"/>
              </a:spcBef>
              <a:spcAft>
                <a:spcPts val="0"/>
              </a:spcAft>
              <a:buClr>
                <a:schemeClr val="dk1"/>
              </a:buClr>
              <a:buSzPts val="1100"/>
              <a:buFont typeface="Arial"/>
              <a:buNone/>
            </a:pPr>
            <a:r>
              <a:rPr lang="en"/>
              <a:t>The dataset has no country field, so we inferred each artist's country from their genre tags. For example, k-pop maps to South Korea. Then we counted the artists with a Spotify popularity of 60 or more in each country.</a:t>
            </a:r>
            <a:endParaRPr/>
          </a:p>
          <a:p>
            <a:pPr indent="0" lvl="0" marL="0" rtl="0" algn="l">
              <a:lnSpc>
                <a:spcPct val="115000"/>
              </a:lnSpc>
              <a:spcBef>
                <a:spcPts val="1200"/>
              </a:spcBef>
              <a:spcAft>
                <a:spcPts val="0"/>
              </a:spcAft>
              <a:buClr>
                <a:schemeClr val="dk1"/>
              </a:buClr>
              <a:buSzPts val="1100"/>
              <a:buFont typeface="Arial"/>
              <a:buNone/>
            </a:pPr>
            <a:r>
              <a:rPr lang="en"/>
              <a:t>On the map, darker blue means more popular artists, and the scale is logarithmic so smaller countries stay visible. Grey countries are ones where we couldn't place any popular artist. The bar chart on the right ranks the top 15 countries and names the most-followed artist in each, such as Eminem for the United States and Ed Sheeran for the United Kingdom.</a:t>
            </a:r>
            <a:endParaRPr/>
          </a:p>
          <a:p>
            <a:pPr indent="0" lvl="0" marL="0" rtl="0" algn="l">
              <a:lnSpc>
                <a:spcPct val="115000"/>
              </a:lnSpc>
              <a:spcBef>
                <a:spcPts val="1200"/>
              </a:spcBef>
              <a:spcAft>
                <a:spcPts val="0"/>
              </a:spcAft>
              <a:buClr>
                <a:schemeClr val="dk1"/>
              </a:buClr>
              <a:buSzPts val="1100"/>
              <a:buFont typeface="Arial"/>
              <a:buNone/>
            </a:pPr>
            <a:r>
              <a:rPr lang="en"/>
              <a:t>What we found is that popular artists come from 72 countries. The United States leads with 803, followed by Brazil with 389, the United Kingdom with 333, Mexico with 309 and Germany with 254. Brazil, Mexico, India, Spain, Japan and South Korea all make the top 15, so popular music is not only English-language.</a:t>
            </a:r>
            <a:endParaRPr/>
          </a:p>
          <a:p>
            <a:pPr indent="0" lvl="0" marL="0" rtl="0" algn="l">
              <a:lnSpc>
                <a:spcPct val="115000"/>
              </a:lnSpc>
              <a:spcBef>
                <a:spcPts val="1200"/>
              </a:spcBef>
              <a:spcAft>
                <a:spcPts val="0"/>
              </a:spcAft>
              <a:buClr>
                <a:schemeClr val="dk1"/>
              </a:buClr>
              <a:buSzPts val="1100"/>
              <a:buFont typeface="Arial"/>
              <a:buNone/>
            </a:pPr>
            <a:r>
              <a:rPr lang="en"/>
              <a:t>However, about 44% of popular artists, 3,321 of them, have genre tags that name no place. They are mostly global pop acts like Taylor Swift, Billie Eilish and Coldplay. That means the United States and the United Kingdom are under-counted. The counts also aren't adjusted for population, so larger countries naturally have more.</a:t>
            </a:r>
            <a:endParaRPr/>
          </a:p>
          <a:p>
            <a:pPr indent="0" lvl="0" marL="0" rtl="0" algn="l">
              <a:lnSpc>
                <a:spcPct val="115000"/>
              </a:lnSpc>
              <a:spcBef>
                <a:spcPts val="1200"/>
              </a:spcBef>
              <a:spcAft>
                <a:spcPts val="0"/>
              </a:spcAft>
              <a:buClr>
                <a:schemeClr val="dk1"/>
              </a:buClr>
              <a:buSzPts val="1100"/>
              <a:buFont typeface="Arial"/>
              <a:buNone/>
            </a:pPr>
            <a:r>
              <a:rPr lang="en"/>
              <a:t>So the takeaway is that we can show where popular artists are visibly placed, so we treat this as a picture of geographic spread, not a final count.</a:t>
            </a:r>
            <a:endParaRPr/>
          </a:p>
          <a:p>
            <a:pPr indent="0" lvl="0" marL="0" rtl="0" algn="l">
              <a:spcBef>
                <a:spcPts val="1200"/>
              </a:spcBef>
              <a:spcAft>
                <a:spcPts val="0"/>
              </a:spcAft>
              <a:buNone/>
            </a:pPr>
            <a:r>
              <a:t/>
            </a:r>
            <a:endParaRPr/>
          </a:p>
        </p:txBody>
      </p:sp>
      <p:sp>
        <p:nvSpPr>
          <p:cNvPr id="561" name="Google Shape;561;h3073bbad12d760b9_2_2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h47f5218710c76954_0_9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t>Loudness is a good way to see how music was made and sold over time.</a:t>
            </a:r>
            <a:endParaRPr/>
          </a:p>
          <a:p>
            <a:pPr indent="-298450" lvl="0" marL="457200" rtl="0" algn="l">
              <a:spcBef>
                <a:spcPts val="0"/>
              </a:spcBef>
              <a:spcAft>
                <a:spcPts val="0"/>
              </a:spcAft>
              <a:buClr>
                <a:schemeClr val="dk1"/>
              </a:buClr>
              <a:buSzPts val="1100"/>
              <a:buChar char="●"/>
            </a:pPr>
            <a:r>
              <a:rPr lang="en"/>
              <a:t>Each dot is a year's median, the line is the trend, and the colored bands show the main recording format.</a:t>
            </a:r>
            <a:endParaRPr/>
          </a:p>
          <a:p>
            <a:pPr indent="-298450" lvl="0" marL="457200" rtl="0" algn="l">
              <a:spcBef>
                <a:spcPts val="0"/>
              </a:spcBef>
              <a:spcAft>
                <a:spcPts val="0"/>
              </a:spcAft>
              <a:buClr>
                <a:schemeClr val="dk1"/>
              </a:buClr>
              <a:buSzPts val="1100"/>
              <a:buChar char="●"/>
            </a:pPr>
            <a:r>
              <a:rPr lang="en"/>
              <a:t>Overall, music got about 7 decibels louder, with the biggest jump in the CD era. </a:t>
            </a:r>
            <a:endParaRPr/>
          </a:p>
          <a:p>
            <a:pPr indent="-298450" lvl="0" marL="457200" rtl="0" algn="l">
              <a:spcBef>
                <a:spcPts val="0"/>
              </a:spcBef>
              <a:spcAft>
                <a:spcPts val="0"/>
              </a:spcAft>
              <a:buClr>
                <a:schemeClr val="dk1"/>
              </a:buClr>
              <a:buSzPts val="1100"/>
              <a:buChar char="●"/>
            </a:pPr>
            <a:r>
              <a:rPr lang="en"/>
              <a:t>It peaked in 2012, then dipped a bit once streaming took over. </a:t>
            </a:r>
            <a:endParaRPr/>
          </a:p>
          <a:p>
            <a:pPr indent="-298450" lvl="0" marL="457200" rtl="0" algn="l">
              <a:spcBef>
                <a:spcPts val="0"/>
              </a:spcBef>
              <a:spcAft>
                <a:spcPts val="0"/>
              </a:spcAft>
              <a:buClr>
                <a:schemeClr val="dk1"/>
              </a:buClr>
              <a:buSzPts val="1100"/>
              <a:buChar char="●"/>
            </a:pPr>
            <a:r>
              <a:rPr lang="en"/>
              <a:t>Loudness is a good clue for dating a song, since newer music is much louder than older music. So we'll keep it as a key feature</a:t>
            </a:r>
            <a:endParaRPr/>
          </a:p>
          <a:p>
            <a:pPr indent="-298450" lvl="0" marL="457200" rtl="0" algn="l">
              <a:spcBef>
                <a:spcPts val="0"/>
              </a:spcBef>
              <a:spcAft>
                <a:spcPts val="0"/>
              </a:spcAft>
              <a:buClr>
                <a:schemeClr val="dk1"/>
              </a:buClr>
              <a:buSzPts val="1100"/>
              <a:buChar char="●"/>
            </a:pPr>
            <a:r>
              <a:rPr lang="en"/>
              <a:t>But loudness stopped rising after 2005, so it can't separate recent years from each other.</a:t>
            </a:r>
            <a:endParaRPr/>
          </a:p>
        </p:txBody>
      </p:sp>
      <p:sp>
        <p:nvSpPr>
          <p:cNvPr id="588" name="Google Shape;588;h47f5218710c76954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h47f5218710c76954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5" name="Google Shape;615;h47f5218710c76954_0_10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A question we asked is whether music itself changed, or whether we just started listening to different genres.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chart splits the change into two parts. Blue is change within genres, so the same genres sounding different.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Orange is change from the genre mix.</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loudness, energy and acousticness, most of the change happened within genres, so that shift toward louder, more electric music is real.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Speechiness is the exception. That's mostly the genre mix, probably from hip hop growing.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Overall, about 68 percent of the change is within genres. So audio features should help us separate eras, and we'll test genre as a control.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h3292aedbbf7c909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b="1" lang="en" sz="1200">
                <a:solidFill>
                  <a:schemeClr val="dk1"/>
                </a:solidFill>
                <a:latin typeface="Roboto"/>
                <a:ea typeface="Roboto"/>
                <a:cs typeface="Roboto"/>
                <a:sym typeface="Roboto"/>
              </a:rPr>
              <a:t>Tempo did not rise steadily across the entire period. It fell to about 103 BPM in the 1940s, then increased to approximately 120 BPM by the 1980s and 122 BPM in the 2020s. That 19 BPM increase is meaningful, but the pattern is uneven. Danceability shows the clearer long-term shift because it rises more consistently after the 1950s.</a:t>
            </a:r>
            <a:endParaRPr b="1" sz="1200">
              <a:solidFill>
                <a:schemeClr val="dk1"/>
              </a:solidFill>
              <a:latin typeface="Roboto"/>
              <a:ea typeface="Roboto"/>
              <a:cs typeface="Roboto"/>
              <a:sym typeface="Roboto"/>
            </a:endParaRPr>
          </a:p>
          <a:p>
            <a:pPr indent="0" lvl="0" marL="457200" rtl="0" algn="l">
              <a:lnSpc>
                <a:spcPct val="115000"/>
              </a:lnSpc>
              <a:spcBef>
                <a:spcPts val="2100"/>
              </a:spcBef>
              <a:spcAft>
                <a:spcPts val="0"/>
              </a:spcAft>
              <a:buNone/>
            </a:pPr>
            <a:r>
              <a:rPr b="1" lang="en" sz="1200">
                <a:solidFill>
                  <a:schemeClr val="dk1"/>
                </a:solidFill>
                <a:latin typeface="Roboto"/>
                <a:ea typeface="Roboto"/>
                <a:cs typeface="Roboto"/>
                <a:sym typeface="Roboto"/>
              </a:rPr>
              <a:t>3-year rolling </a:t>
            </a:r>
            <a:r>
              <a:rPr b="1" lang="en" sz="1200">
                <a:solidFill>
                  <a:schemeClr val="dk1"/>
                </a:solidFill>
                <a:latin typeface="Roboto"/>
                <a:ea typeface="Roboto"/>
                <a:cs typeface="Roboto"/>
                <a:sym typeface="Roboto"/>
              </a:rPr>
              <a:t>median</a:t>
            </a:r>
            <a:r>
              <a:rPr b="1" lang="en" sz="1200">
                <a:solidFill>
                  <a:schemeClr val="dk1"/>
                </a:solidFill>
                <a:latin typeface="Roboto"/>
                <a:ea typeface="Roboto"/>
                <a:cs typeface="Roboto"/>
                <a:sym typeface="Roboto"/>
              </a:rPr>
              <a:t>- reducing year-to-year noise - we can focus on the trend</a:t>
            </a:r>
            <a:endParaRPr b="1" sz="1200">
              <a:solidFill>
                <a:schemeClr val="dk1"/>
              </a:solidFill>
              <a:latin typeface="Roboto"/>
              <a:ea typeface="Roboto"/>
              <a:cs typeface="Roboto"/>
              <a:sym typeface="Roboto"/>
            </a:endParaRPr>
          </a:p>
          <a:p>
            <a:pPr indent="0" lvl="0" marL="457200" rtl="0" algn="l">
              <a:lnSpc>
                <a:spcPct val="115000"/>
              </a:lnSpc>
              <a:spcBef>
                <a:spcPts val="2100"/>
              </a:spcBef>
              <a:spcAft>
                <a:spcPts val="0"/>
              </a:spcAft>
              <a:buNone/>
            </a:pPr>
            <a:r>
              <a:rPr b="1" lang="en" sz="1200">
                <a:solidFill>
                  <a:schemeClr val="dk1"/>
                </a:solidFill>
                <a:latin typeface="Roboto"/>
                <a:ea typeface="Roboto"/>
                <a:cs typeface="Roboto"/>
                <a:sym typeface="Roboto"/>
              </a:rPr>
              <a:t>Danceability - measured algorithmically - 0-1 scale -measured using- </a:t>
            </a:r>
            <a:endParaRPr b="1" sz="1200">
              <a:solidFill>
                <a:schemeClr val="dk1"/>
              </a:solidFill>
              <a:latin typeface="Roboto"/>
              <a:ea typeface="Roboto"/>
              <a:cs typeface="Roboto"/>
              <a:sym typeface="Roboto"/>
            </a:endParaRPr>
          </a:p>
          <a:p>
            <a:pPr indent="-304800" lvl="0" marL="457200" rtl="0" algn="l">
              <a:lnSpc>
                <a:spcPct val="115000"/>
              </a:lnSpc>
              <a:spcBef>
                <a:spcPts val="210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Tempo:</a:t>
            </a:r>
            <a:r>
              <a:rPr lang="en" sz="1200">
                <a:solidFill>
                  <a:schemeClr val="dk1"/>
                </a:solidFill>
                <a:latin typeface="Roboto"/>
                <a:ea typeface="Roboto"/>
                <a:cs typeface="Roboto"/>
                <a:sym typeface="Roboto"/>
              </a:rPr>
              <a:t> The overall speed or pace of the song.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Rhythm stability:</a:t>
            </a:r>
            <a:r>
              <a:rPr lang="en" sz="1200">
                <a:solidFill>
                  <a:schemeClr val="dk1"/>
                </a:solidFill>
                <a:latin typeface="Roboto"/>
                <a:ea typeface="Roboto"/>
                <a:cs typeface="Roboto"/>
                <a:sym typeface="Roboto"/>
              </a:rPr>
              <a:t> How consistent and steady the rhythm is throughout the track.</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Beat strength:</a:t>
            </a:r>
            <a:r>
              <a:rPr lang="en" sz="1200">
                <a:solidFill>
                  <a:schemeClr val="dk1"/>
                </a:solidFill>
                <a:latin typeface="Roboto"/>
                <a:ea typeface="Roboto"/>
                <a:cs typeface="Roboto"/>
                <a:sym typeface="Roboto"/>
              </a:rPr>
              <a:t> The intensity and clarity of the beat.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Overall regularity:</a:t>
            </a:r>
            <a:r>
              <a:rPr lang="en" sz="1200">
                <a:solidFill>
                  <a:schemeClr val="dk1"/>
                </a:solidFill>
                <a:latin typeface="Roboto"/>
                <a:ea typeface="Roboto"/>
                <a:cs typeface="Roboto"/>
                <a:sym typeface="Roboto"/>
              </a:rPr>
              <a:t> How predictable and uniform the musical elements are</a:t>
            </a:r>
            <a:endParaRPr sz="1200">
              <a:solidFill>
                <a:schemeClr val="dk1"/>
              </a:solidFill>
              <a:latin typeface="Roboto"/>
              <a:ea typeface="Roboto"/>
              <a:cs typeface="Roboto"/>
              <a:sym typeface="Roboto"/>
            </a:endParaRPr>
          </a:p>
          <a:p>
            <a:pPr indent="0" lvl="0" marL="0" rtl="0" algn="l">
              <a:lnSpc>
                <a:spcPct val="115000"/>
              </a:lnSpc>
              <a:spcBef>
                <a:spcPts val="2100"/>
              </a:spcBef>
              <a:spcAft>
                <a:spcPts val="0"/>
              </a:spcAft>
              <a:buNone/>
            </a:pPr>
            <a:r>
              <a:t/>
            </a:r>
            <a:endParaRPr sz="1200">
              <a:solidFill>
                <a:schemeClr val="dk1"/>
              </a:solidFill>
              <a:latin typeface="Roboto"/>
              <a:ea typeface="Roboto"/>
              <a:cs typeface="Roboto"/>
              <a:sym typeface="Roboto"/>
            </a:endParaRPr>
          </a:p>
          <a:p>
            <a:pPr indent="0" lvl="0" marL="457200" rtl="0" algn="l">
              <a:lnSpc>
                <a:spcPct val="115000"/>
              </a:lnSpc>
              <a:spcBef>
                <a:spcPts val="2100"/>
              </a:spcBef>
              <a:spcAft>
                <a:spcPts val="0"/>
              </a:spcAft>
              <a:buClr>
                <a:schemeClr val="dk1"/>
              </a:buClr>
              <a:buSzPts val="1100"/>
              <a:buFont typeface="Arial"/>
              <a:buNone/>
            </a:pPr>
            <a:r>
              <a:rPr b="1" lang="en">
                <a:solidFill>
                  <a:schemeClr val="dk1"/>
                </a:solidFill>
              </a:rPr>
              <a:t>0.0916 seconds on the GPU</a:t>
            </a:r>
            <a:r>
              <a:rPr lang="en">
                <a:solidFill>
                  <a:schemeClr val="dk1"/>
                </a:solidFill>
              </a:rPr>
              <a:t>, compared with </a:t>
            </a:r>
            <a:r>
              <a:rPr b="1" lang="en">
                <a:solidFill>
                  <a:schemeClr val="dk1"/>
                </a:solidFill>
              </a:rPr>
              <a:t>0.2167 seconds on the CPU</a:t>
            </a:r>
            <a:r>
              <a:rPr lang="en">
                <a:solidFill>
                  <a:schemeClr val="dk1"/>
                </a:solidFill>
              </a:rPr>
              <a:t>, a </a:t>
            </a:r>
            <a:r>
              <a:rPr b="1" lang="en">
                <a:solidFill>
                  <a:schemeClr val="dk1"/>
                </a:solidFill>
              </a:rPr>
              <a:t>2.4× speedup</a:t>
            </a:r>
            <a:endParaRPr sz="1200">
              <a:solidFill>
                <a:schemeClr val="dk1"/>
              </a:solidFill>
              <a:latin typeface="Roboto"/>
              <a:ea typeface="Roboto"/>
              <a:cs typeface="Roboto"/>
              <a:sym typeface="Roboto"/>
            </a:endParaRPr>
          </a:p>
          <a:p>
            <a:pPr indent="0" lvl="0" marL="0" rtl="0" algn="l">
              <a:lnSpc>
                <a:spcPct val="115000"/>
              </a:lnSpc>
              <a:spcBef>
                <a:spcPts val="2100"/>
              </a:spcBef>
              <a:spcAft>
                <a:spcPts val="0"/>
              </a:spcAft>
              <a:buNone/>
            </a:pPr>
            <a:r>
              <a:rPr lang="en" sz="1200">
                <a:solidFill>
                  <a:schemeClr val="dk1"/>
                </a:solidFill>
                <a:latin typeface="Roboto"/>
                <a:ea typeface="Roboto"/>
                <a:cs typeface="Roboto"/>
                <a:sym typeface="Roboto"/>
              </a:rPr>
              <a:t>RAPIDS cuDF calculated the yearly medians, quartiles, counts, and uncertainty bands on the GPU. The GPU and CPU produced matching results, and the measured GPU speedup is shown on the figure.</a:t>
            </a:r>
            <a:endParaRPr sz="1200">
              <a:solidFill>
                <a:schemeClr val="dk1"/>
              </a:solidFill>
              <a:latin typeface="Roboto"/>
              <a:ea typeface="Roboto"/>
              <a:cs typeface="Roboto"/>
              <a:sym typeface="Roboto"/>
            </a:endParaRPr>
          </a:p>
          <a:p>
            <a:pPr indent="0" lvl="0" marL="0" rtl="0" algn="l">
              <a:spcBef>
                <a:spcPts val="2100"/>
              </a:spcBef>
              <a:spcAft>
                <a:spcPts val="0"/>
              </a:spcAft>
              <a:buNone/>
            </a:pPr>
            <a:r>
              <a:t/>
            </a:r>
            <a:endParaRPr/>
          </a:p>
        </p:txBody>
      </p:sp>
      <p:sp>
        <p:nvSpPr>
          <p:cNvPr id="642" name="Google Shape;642;h3292aedbbf7c909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h3292aedbbf7c909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Spotify provides energy and valence scores rather than literal mood labels. We used those scores as proxies and divided the songs into four mood quadrants using a 0.5 cutoff. These categories describe the musical character of the tracks, not their lyrical meaning or the listener’s actual emotion.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mood </a:t>
            </a:r>
            <a:r>
              <a:rPr lang="en"/>
              <a:t>categories</a:t>
            </a:r>
            <a:r>
              <a:rPr lang="en"/>
              <a:t> simplifie the data - allowing for easier comparison of decade change but they do not capture </a:t>
            </a:r>
            <a:r>
              <a:rPr lang="en"/>
              <a:t>subtle</a:t>
            </a:r>
            <a:r>
              <a:rPr lang="en"/>
              <a:t> mood changes in songs and lyrics arent measrued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RAPIDS cuDF calculated the mood counts and within-decade percentages on the GPU. The alluvial ribbons were rendered afterward using the small aggregated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RAPIDS reasoning- </a:t>
            </a:r>
            <a:endParaRPr/>
          </a:p>
          <a:p>
            <a:pPr indent="-304800" lvl="0" marL="457200" rtl="0" algn="l">
              <a:lnSpc>
                <a:spcPct val="115000"/>
              </a:lnSpc>
              <a:spcBef>
                <a:spcPts val="600"/>
              </a:spcBef>
              <a:spcAft>
                <a:spcPts val="0"/>
              </a:spcAft>
              <a:buClr>
                <a:srgbClr val="1F1F1F"/>
              </a:buClr>
              <a:buSzPts val="1200"/>
              <a:buChar char="●"/>
            </a:pPr>
            <a:r>
              <a:rPr lang="en" sz="1200">
                <a:solidFill>
                  <a:srgbClr val="1F1F1F"/>
                </a:solidFill>
                <a:highlight>
                  <a:srgbClr val="FFFFFF"/>
                </a:highlight>
              </a:rPr>
              <a:t>GPU acceleration was then used for filtering, duplicate removal, conditional classification, and groupby aggregation</a:t>
            </a:r>
            <a:endParaRPr sz="1200">
              <a:solidFill>
                <a:srgbClr val="1F1F1F"/>
              </a:solidFill>
              <a:highlight>
                <a:srgbClr val="FFFFFF"/>
              </a:highlight>
            </a:endParaRPr>
          </a:p>
          <a:p>
            <a:pPr indent="0" lvl="0" marL="0" rtl="0" algn="l">
              <a:spcBef>
                <a:spcPts val="600"/>
              </a:spcBef>
              <a:spcAft>
                <a:spcPts val="0"/>
              </a:spcAft>
              <a:buNone/>
            </a:pPr>
            <a:r>
              <a:t/>
            </a:r>
            <a:endParaRPr/>
          </a:p>
        </p:txBody>
      </p:sp>
      <p:sp>
        <p:nvSpPr>
          <p:cNvPr id="670" name="Google Shape;670;h3292aedbbf7c909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h47f5218710c76954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h47f5218710c76954_0_1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For our machine learning direction</a:t>
            </a:r>
            <a:endParaRPr/>
          </a:p>
          <a:p>
            <a:pPr indent="-298450" lvl="0" marL="457200" marR="0" rtl="0" algn="l">
              <a:lnSpc>
                <a:spcPct val="100000"/>
              </a:lnSpc>
              <a:spcBef>
                <a:spcPts val="0"/>
              </a:spcBef>
              <a:spcAft>
                <a:spcPts val="0"/>
              </a:spcAft>
              <a:buClr>
                <a:srgbClr val="000000"/>
              </a:buClr>
              <a:buSzPts val="1100"/>
              <a:buFont typeface="Arial"/>
              <a:buChar char="●"/>
            </a:pPr>
            <a:r>
              <a:rPr lang="en"/>
              <a:t>Our question is: can a song's sound alone tell us what era it came from? </a:t>
            </a:r>
            <a:endParaRPr/>
          </a:p>
          <a:p>
            <a:pPr indent="-298450" lvl="0" marL="457200" marR="0" rtl="0" algn="l">
              <a:lnSpc>
                <a:spcPct val="100000"/>
              </a:lnSpc>
              <a:spcBef>
                <a:spcPts val="0"/>
              </a:spcBef>
              <a:spcAft>
                <a:spcPts val="0"/>
              </a:spcAft>
              <a:buClr>
                <a:srgbClr val="000000"/>
              </a:buClr>
              <a:buSzPts val="1100"/>
              <a:buFont typeface="Arial"/>
              <a:buChar char="●"/>
            </a:pPr>
            <a:r>
              <a:rPr lang="en"/>
              <a:t>We frame it as a four-way classification: pre-1960, 1960 to 79, 1980 to 99, and 2000 plus. </a:t>
            </a:r>
            <a:endParaRPr/>
          </a:p>
          <a:p>
            <a:pPr indent="-298450" lvl="0" marL="457200" marR="0" rtl="0" algn="l">
              <a:lnSpc>
                <a:spcPct val="100000"/>
              </a:lnSpc>
              <a:spcBef>
                <a:spcPts val="0"/>
              </a:spcBef>
              <a:spcAft>
                <a:spcPts val="0"/>
              </a:spcAft>
              <a:buClr>
                <a:srgbClr val="000000"/>
              </a:buClr>
              <a:buSzPts val="1100"/>
              <a:buFont typeface="Arial"/>
              <a:buChar char="●"/>
            </a:pPr>
            <a:r>
              <a:rPr lang="en"/>
              <a:t>We haven't tuned anything yet. This is just a quick check that the idea works.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47f5218710c76954_0_1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h47f5218710c76954_0_1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For that check, we trained a random forest and tested it on artists it had never seen, so it couldn't just memorize them. </a:t>
            </a:r>
            <a:endParaRPr/>
          </a:p>
          <a:p>
            <a:pPr indent="-298450" lvl="0" marL="457200" marR="0" rtl="0" algn="l">
              <a:lnSpc>
                <a:spcPct val="100000"/>
              </a:lnSpc>
              <a:spcBef>
                <a:spcPts val="0"/>
              </a:spcBef>
              <a:spcAft>
                <a:spcPts val="0"/>
              </a:spcAft>
              <a:buClr>
                <a:srgbClr val="000000"/>
              </a:buClr>
              <a:buSzPts val="1100"/>
              <a:buFont typeface="Arial"/>
              <a:buChar char="●"/>
            </a:pPr>
            <a:r>
              <a:rPr lang="en"/>
              <a:t>Each row is the true era and each column is what the model predicted. We got a macro-F1 of 0.59, compared to 0.14 for just guessing. </a:t>
            </a:r>
            <a:endParaRPr/>
          </a:p>
          <a:p>
            <a:pPr indent="-298450" lvl="0" marL="457200" marR="0" rtl="0" algn="l">
              <a:lnSpc>
                <a:spcPct val="100000"/>
              </a:lnSpc>
              <a:spcBef>
                <a:spcPts val="0"/>
              </a:spcBef>
              <a:spcAft>
                <a:spcPts val="0"/>
              </a:spcAft>
              <a:buClr>
                <a:srgbClr val="000000"/>
              </a:buClr>
              <a:buSzPts val="1100"/>
              <a:buFont typeface="Arial"/>
              <a:buChar char="●"/>
            </a:pPr>
            <a:r>
              <a:rPr lang="en"/>
              <a:t>And the mistakes aren't random. </a:t>
            </a:r>
            <a:endParaRPr/>
          </a:p>
          <a:p>
            <a:pPr indent="-298450" lvl="0" marL="457200" marR="0" rtl="0" algn="l">
              <a:lnSpc>
                <a:spcPct val="100000"/>
              </a:lnSpc>
              <a:spcBef>
                <a:spcPts val="0"/>
              </a:spcBef>
              <a:spcAft>
                <a:spcPts val="0"/>
              </a:spcAft>
              <a:buClr>
                <a:srgbClr val="000000"/>
              </a:buClr>
              <a:buSzPts val="1100"/>
              <a:buFont typeface="Arial"/>
              <a:buChar char="●"/>
            </a:pPr>
            <a:r>
              <a:rPr lang="en"/>
              <a:t>About 79 percent are only one era off, so roughly 92 percent of songs land in the right era or the one next to it. </a:t>
            </a:r>
            <a:endParaRPr/>
          </a:p>
          <a:p>
            <a:pPr indent="-298450" lvl="0" marL="457200" marR="0" rtl="0" algn="l">
              <a:lnSpc>
                <a:spcPct val="100000"/>
              </a:lnSpc>
              <a:spcBef>
                <a:spcPts val="0"/>
              </a:spcBef>
              <a:spcAft>
                <a:spcPts val="0"/>
              </a:spcAft>
              <a:buClr>
                <a:srgbClr val="000000"/>
              </a:buClr>
              <a:buSzPts val="1100"/>
              <a:buFont typeface="Arial"/>
              <a:buChar char="●"/>
            </a:pPr>
            <a:r>
              <a:rPr lang="en"/>
              <a:t>The middle eras are the hardest, at around 50 percent recall. </a:t>
            </a:r>
            <a:endParaRPr/>
          </a:p>
          <a:p>
            <a:pPr indent="-298450" lvl="0" marL="457200" marR="0" rtl="0" algn="l">
              <a:lnSpc>
                <a:spcPct val="100000"/>
              </a:lnSpc>
              <a:spcBef>
                <a:spcPts val="0"/>
              </a:spcBef>
              <a:spcAft>
                <a:spcPts val="0"/>
              </a:spcAft>
              <a:buClr>
                <a:srgbClr val="000000"/>
              </a:buClr>
              <a:buSzPts val="1100"/>
              <a:buFont typeface="Arial"/>
              <a:buChar char="●"/>
            </a:pPr>
            <a:r>
              <a:rPr lang="en"/>
              <a:t>Since the eras are only mildly imbalanced, class weights and macro-F1 are enough for now.</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h47f5218710c76954_0_150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3" name="Google Shape;733;h47f5218710c76954_0_150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So here's how we'd build it. </a:t>
            </a:r>
            <a:endParaRPr/>
          </a:p>
          <a:p>
            <a:pPr indent="-298450" lvl="0" marL="457200" marR="0" rtl="0" algn="l">
              <a:lnSpc>
                <a:spcPct val="100000"/>
              </a:lnSpc>
              <a:spcBef>
                <a:spcPts val="0"/>
              </a:spcBef>
              <a:spcAft>
                <a:spcPts val="0"/>
              </a:spcAft>
              <a:buClr>
                <a:srgbClr val="000000"/>
              </a:buClr>
              <a:buSzPts val="1100"/>
              <a:buFont typeface="Arial"/>
              <a:buChar char="●"/>
            </a:pPr>
            <a:r>
              <a:rPr lang="en"/>
              <a:t>We use the Spotify sound features, and we can keep all of them since the highest VIF is only 4.6. </a:t>
            </a:r>
            <a:endParaRPr/>
          </a:p>
          <a:p>
            <a:pPr indent="-298450" lvl="0" marL="457200" marR="0" rtl="0" algn="l">
              <a:lnSpc>
                <a:spcPct val="100000"/>
              </a:lnSpc>
              <a:spcBef>
                <a:spcPts val="0"/>
              </a:spcBef>
              <a:spcAft>
                <a:spcPts val="0"/>
              </a:spcAft>
              <a:buClr>
                <a:srgbClr val="000000"/>
              </a:buClr>
              <a:buSzPts val="1100"/>
              <a:buFont typeface="Arial"/>
              <a:buChar char="●"/>
            </a:pPr>
            <a:r>
              <a:rPr lang="en"/>
              <a:t>We split train and test by artist, so the model learns sound and not artists. We start with class weights and only try SMOTE if we need it. </a:t>
            </a:r>
            <a:endParaRPr/>
          </a:p>
          <a:p>
            <a:pPr indent="-298450" lvl="0" marL="457200" marR="0" rtl="0" algn="l">
              <a:lnSpc>
                <a:spcPct val="100000"/>
              </a:lnSpc>
              <a:spcBef>
                <a:spcPts val="0"/>
              </a:spcBef>
              <a:spcAft>
                <a:spcPts val="0"/>
              </a:spcAft>
              <a:buClr>
                <a:srgbClr val="000000"/>
              </a:buClr>
              <a:buSzPts val="1100"/>
              <a:buFont typeface="Arial"/>
              <a:buChar char="●"/>
            </a:pPr>
            <a:r>
              <a:rPr lang="en"/>
              <a:t>We already have two baselines, logistic regression at 0.53 and random forest at 0.59, and next we'll tune and try gradient boosting. </a:t>
            </a:r>
            <a:endParaRPr/>
          </a:p>
          <a:p>
            <a:pPr indent="-298450" lvl="0" marL="457200" marR="0" rtl="0" algn="l">
              <a:lnSpc>
                <a:spcPct val="100000"/>
              </a:lnSpc>
              <a:spcBef>
                <a:spcPts val="0"/>
              </a:spcBef>
              <a:spcAft>
                <a:spcPts val="0"/>
              </a:spcAft>
              <a:buClr>
                <a:srgbClr val="000000"/>
              </a:buClr>
              <a:buSzPts val="1100"/>
              <a:buFont typeface="Arial"/>
              <a:buChar char="●"/>
            </a:pPr>
            <a:r>
              <a:rPr lang="en"/>
              <a:t>We'll judge everything by macro-F1 and per-era recall. </a:t>
            </a:r>
            <a:endParaRPr/>
          </a:p>
          <a:p>
            <a:pPr indent="-298450" lvl="0" marL="457200" marR="0" rtl="0" algn="l">
              <a:lnSpc>
                <a:spcPct val="100000"/>
              </a:lnSpc>
              <a:spcBef>
                <a:spcPts val="0"/>
              </a:spcBef>
              <a:spcAft>
                <a:spcPts val="0"/>
              </a:spcAft>
              <a:buClr>
                <a:srgbClr val="000000"/>
              </a:buClr>
              <a:buSzPts val="1100"/>
              <a:buFont typeface="Arial"/>
              <a:buChar char="●"/>
            </a:pPr>
            <a:r>
              <a:rPr lang="en"/>
              <a:t>A few watch-outs: neighboring eras blur together, some features overlap, and the 2020s are only a partial year.</a:t>
            </a:r>
            <a:endParaRPr/>
          </a:p>
        </p:txBody>
      </p:sp>
      <p:sp>
        <p:nvSpPr>
          <p:cNvPr id="734" name="Google Shape;734;h47f5218710c76954_0_150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0" name="Google Shape;77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b="1" lang="en" sz="900">
                <a:solidFill>
                  <a:schemeClr val="dk1"/>
                </a:solidFill>
                <a:highlight>
                  <a:schemeClr val="lt1"/>
                </a:highlight>
              </a:rPr>
              <a:t>DASHBOARD</a:t>
            </a:r>
            <a:endParaRPr b="1" sz="900">
              <a:solidFill>
                <a:schemeClr val="dk1"/>
              </a:solidFill>
              <a:highlight>
                <a:schemeClr val="lt1"/>
              </a:highlight>
            </a:endParaRPr>
          </a:p>
          <a:p>
            <a:pPr indent="0" lvl="0" marL="0" rtl="0" algn="l">
              <a:lnSpc>
                <a:spcPct val="150000"/>
              </a:lnSpc>
              <a:spcBef>
                <a:spcPts val="0"/>
              </a:spcBef>
              <a:spcAft>
                <a:spcPts val="0"/>
              </a:spcAft>
              <a:buSzPts val="1100"/>
              <a:buNone/>
            </a:pPr>
            <a:r>
              <a:t/>
            </a:r>
            <a:endParaRPr b="1" sz="900">
              <a:solidFill>
                <a:schemeClr val="dk1"/>
              </a:solidFill>
              <a:highlight>
                <a:schemeClr val="lt1"/>
              </a:highlight>
            </a:endParaRPr>
          </a:p>
          <a:p>
            <a:pPr indent="0" lvl="0" marL="0" rtl="0" algn="l">
              <a:lnSpc>
                <a:spcPct val="150000"/>
              </a:lnSpc>
              <a:spcBef>
                <a:spcPts val="0"/>
              </a:spcBef>
              <a:spcAft>
                <a:spcPts val="0"/>
              </a:spcAft>
              <a:buSzPts val="1100"/>
              <a:buNone/>
            </a:pPr>
            <a:r>
              <a:rPr b="1" lang="en" sz="900">
                <a:solidFill>
                  <a:schemeClr val="dk1"/>
                </a:solidFill>
                <a:highlight>
                  <a:schemeClr val="lt1"/>
                </a:highlight>
              </a:rPr>
              <a:t>NUll values in genre - </a:t>
            </a:r>
            <a:endParaRPr b="1" sz="900">
              <a:solidFill>
                <a:schemeClr val="dk1"/>
              </a:solidFill>
              <a:highlight>
                <a:schemeClr val="lt1"/>
              </a:highlight>
            </a:endParaRPr>
          </a:p>
          <a:p>
            <a:pPr indent="0" lvl="0" marL="0" rtl="0" algn="l">
              <a:lnSpc>
                <a:spcPct val="150000"/>
              </a:lnSpc>
              <a:spcBef>
                <a:spcPts val="0"/>
              </a:spcBef>
              <a:spcAft>
                <a:spcPts val="0"/>
              </a:spcAft>
              <a:buSzPts val="1100"/>
              <a:buNone/>
            </a:pPr>
            <a:r>
              <a:t/>
            </a:r>
            <a:endParaRPr b="1" sz="900">
              <a:solidFill>
                <a:schemeClr val="dk1"/>
              </a:solidFill>
              <a:highlight>
                <a:schemeClr val="lt1"/>
              </a:highlight>
            </a:endParaRPr>
          </a:p>
          <a:p>
            <a:pPr indent="0" lvl="0" marL="0" rtl="0" algn="l">
              <a:lnSpc>
                <a:spcPct val="150000"/>
              </a:lnSpc>
              <a:spcBef>
                <a:spcPts val="0"/>
              </a:spcBef>
              <a:spcAft>
                <a:spcPts val="0"/>
              </a:spcAft>
              <a:buClr>
                <a:schemeClr val="dk1"/>
              </a:buClr>
              <a:buSzPts val="1100"/>
              <a:buFont typeface="Arial"/>
              <a:buNone/>
            </a:pPr>
            <a:r>
              <a:rPr b="1" lang="en" sz="900">
                <a:solidFill>
                  <a:schemeClr val="dk1"/>
                </a:solidFill>
                <a:highlight>
                  <a:schemeClr val="lt1"/>
                </a:highlight>
              </a:rPr>
              <a:t>**(b) Why it matters.**</a:t>
            </a:r>
            <a:r>
              <a:rPr lang="en" sz="900">
                <a:solidFill>
                  <a:schemeClr val="dk1"/>
                </a:solidFill>
                <a:highlight>
                  <a:schemeClr val="lt1"/>
                </a:highlight>
              </a:rPr>
              <a:t> Spotify assigns genres mainly to artists who have enough listeners. Genre is therefore missing </a:t>
            </a:r>
            <a:r>
              <a:rPr i="1" lang="en" sz="900">
                <a:solidFill>
                  <a:schemeClr val="dk1"/>
                </a:solidFill>
                <a:highlight>
                  <a:schemeClr val="lt1"/>
                </a:highlight>
              </a:rPr>
              <a:t>*not at random*</a:t>
            </a:r>
            <a:r>
              <a:rPr lang="en" sz="900">
                <a:solidFill>
                  <a:schemeClr val="dk1"/>
                </a:solidFill>
                <a:highlight>
                  <a:schemeClr val="lt1"/>
                </a:highlight>
              </a:rPr>
              <a:t>: it is biased toward established, more-followed artists, as the median follower counts above show. There are also about 5,000 distinct tags (for example "deep latin alternative" and "canadian contemporary r&amp;b"), which is far too many to plot.</a:t>
            </a:r>
            <a:endParaRPr sz="900">
              <a:solidFill>
                <a:schemeClr val="dk1"/>
              </a:solidFill>
              <a:highlight>
                <a:schemeClr val="lt1"/>
              </a:highlight>
            </a:endParaRPr>
          </a:p>
          <a:p>
            <a:pPr indent="0" lvl="0" marL="0" rtl="0" algn="l">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endParaRPr>
          </a:p>
          <a:p>
            <a:pPr indent="0" lvl="0" marL="0" rtl="0" algn="l">
              <a:lnSpc>
                <a:spcPct val="150000"/>
              </a:lnSpc>
              <a:spcBef>
                <a:spcPts val="0"/>
              </a:spcBef>
              <a:spcAft>
                <a:spcPts val="0"/>
              </a:spcAft>
              <a:buClr>
                <a:schemeClr val="dk1"/>
              </a:buClr>
              <a:buSzPts val="1100"/>
              <a:buFont typeface="Arial"/>
              <a:buNone/>
            </a:pPr>
            <a:r>
              <a:rPr b="1" lang="en" sz="900">
                <a:solidFill>
                  <a:schemeClr val="dk1"/>
                </a:solidFill>
                <a:highlight>
                  <a:schemeClr val="lt1"/>
                </a:highlight>
              </a:rPr>
              <a:t>**(c) What I did.**</a:t>
            </a:r>
            <a:r>
              <a:rPr lang="en" sz="900">
                <a:solidFill>
                  <a:schemeClr val="dk1"/>
                </a:solidFill>
                <a:highlight>
                  <a:schemeClr val="lt1"/>
                </a:highlight>
              </a:rPr>
              <a:t> I mapped every tag to one of </a:t>
            </a:r>
            <a:r>
              <a:rPr b="1" lang="en" sz="900">
                <a:solidFill>
                  <a:schemeClr val="dk1"/>
                </a:solidFill>
                <a:highlight>
                  <a:schemeClr val="lt1"/>
                </a:highlight>
              </a:rPr>
              <a:t>**10 broad families**</a:t>
            </a:r>
            <a:r>
              <a:rPr lang="en" sz="900">
                <a:solidFill>
                  <a:schemeClr val="dk1"/>
                </a:solidFill>
                <a:highlight>
                  <a:schemeClr val="lt1"/>
                </a:highlight>
              </a:rPr>
              <a:t> (Pop, Rock, Hip hop/Rap, Electronic/Dance, R&amp;B/Soul, Jazz, Classical, Country/Folk, Metal, Latin), plus </a:t>
            </a:r>
            <a:r>
              <a:rPr b="1" lang="en" sz="900">
                <a:solidFill>
                  <a:schemeClr val="dk1"/>
                </a:solidFill>
                <a:highlight>
                  <a:schemeClr val="lt1"/>
                </a:highlight>
              </a:rPr>
              <a:t>**Other**</a:t>
            </a:r>
            <a:r>
              <a:rPr lang="en" sz="900">
                <a:solidFill>
                  <a:schemeClr val="dk1"/>
                </a:solidFill>
                <a:highlight>
                  <a:schemeClr val="lt1"/>
                </a:highlight>
              </a:rPr>
              <a:t>, using keyword rules applied in priority order. The order handles hybrids: "pop rap" becomes Hip hop/Rap and "country rock" becomes Country/Folk. Each artist then gets the family that most of their tags fall into, and ties are broken by the priority order. Genre is used </a:t>
            </a:r>
            <a:r>
              <a:rPr b="1" lang="en" sz="900">
                <a:solidFill>
                  <a:schemeClr val="dk1"/>
                </a:solidFill>
                <a:highlight>
                  <a:schemeClr val="lt1"/>
                </a:highlight>
              </a:rPr>
              <a:t>**only**</a:t>
            </a:r>
            <a:r>
              <a:rPr lang="en" sz="900">
                <a:solidFill>
                  <a:schemeClr val="dk1"/>
                </a:solidFill>
                <a:highlight>
                  <a:schemeClr val="lt1"/>
                </a:highlight>
              </a:rPr>
              <a:t> for tracks whose primary artist has at least one tag. Every genre chart says so.</a:t>
            </a:r>
            <a:endParaRPr sz="900">
              <a:solidFill>
                <a:schemeClr val="dk1"/>
              </a:solidFill>
              <a:highlight>
                <a:schemeClr val="lt1"/>
              </a:highlight>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null in the dashboard represents artists with no genre assigned to them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use 1960 as the beginning of the transition because the data shows acousticness and energy converging through the 1960s, with the actual crossover occurring around 1975. Therefore, 1960 is an analytical boundary—not a claim that music changed instantly that year.</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
              <a:t>The 1920s contain only 1.3% of the tracks.</a:t>
            </a:r>
            <a:endParaRPr/>
          </a:p>
          <a:p>
            <a:pPr indent="0" lvl="0" marL="0" rtl="0" algn="l">
              <a:spcBef>
                <a:spcPts val="0"/>
              </a:spcBef>
              <a:spcAft>
                <a:spcPts val="0"/>
              </a:spcAft>
              <a:buClr>
                <a:schemeClr val="dk1"/>
              </a:buClr>
              <a:buSzPts val="1100"/>
              <a:buFont typeface="Arial"/>
              <a:buNone/>
            </a:pPr>
            <a:r>
              <a:rPr lang="en"/>
              <a:t>The 1990s contain 18.6%.</a:t>
            </a:r>
            <a:endParaRPr/>
          </a:p>
          <a:p>
            <a:pPr indent="0" lvl="0" marL="0" rtl="0" algn="l">
              <a:spcBef>
                <a:spcPts val="0"/>
              </a:spcBef>
              <a:spcAft>
                <a:spcPts val="0"/>
              </a:spcAft>
              <a:buClr>
                <a:schemeClr val="dk1"/>
              </a:buClr>
              <a:buSzPts val="1100"/>
              <a:buFont typeface="Arial"/>
              <a:buNone/>
            </a:pPr>
            <a:r>
              <a:rPr lang="en"/>
              <a:t>The 2020s are incomplete because they include only 2020 through April 2021</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6" name="Google Shape;77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spTree>
      <p:nvGrpSpPr>
        <p:cNvPr id="9" name="Shape 9"/>
        <p:cNvGrpSpPr/>
        <p:nvPr/>
      </p:nvGrpSpPr>
      <p:grpSpPr>
        <a:xfrm>
          <a:off x="0" y="0"/>
          <a:ext cx="0" cy="0"/>
          <a:chOff x="0" y="0"/>
          <a:chExt cx="0" cy="0"/>
        </a:xfrm>
      </p:grpSpPr>
      <p:sp>
        <p:nvSpPr>
          <p:cNvPr id="10" name="Google Shape;10;p1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sp>
        <p:nvSpPr>
          <p:cNvPr id="11" name="Google Shape;11;p10"/>
          <p:cNvSpPr/>
          <p:nvPr/>
        </p:nvSpPr>
        <p:spPr>
          <a:xfrm rot="-5400000">
            <a:off x="5097975" y="1801250"/>
            <a:ext cx="8097300" cy="8097300"/>
          </a:xfrm>
          <a:prstGeom prst="arc">
            <a:avLst>
              <a:gd fmla="val 168012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Light"/>
                <a:ea typeface="IBM Plex Sans Light"/>
                <a:cs typeface="IBM Plex Sans Light"/>
                <a:sym typeface="IBM Plex Sans Light"/>
              </a:rPr>
              <a:t>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2" name="Google Shape;12;p10"/>
          <p:cNvSpPr/>
          <p:nvPr/>
        </p:nvSpPr>
        <p:spPr>
          <a:xfrm rot="-5400000">
            <a:off x="6469500" y="3176690"/>
            <a:ext cx="5354400" cy="5354700"/>
          </a:xfrm>
          <a:prstGeom prst="arc">
            <a:avLst>
              <a:gd fmla="val 17122104"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Light"/>
                <a:ea typeface="IBM Plex Sans Light"/>
                <a:cs typeface="IBM Plex Sans Light"/>
                <a:sym typeface="IBM Plex Sans Light"/>
              </a:rPr>
              <a:t>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3" name="Google Shape;13;p10"/>
          <p:cNvSpPr/>
          <p:nvPr/>
        </p:nvSpPr>
        <p:spPr>
          <a:xfrm rot="-5400000">
            <a:off x="7851600" y="4554800"/>
            <a:ext cx="2590200" cy="2590500"/>
          </a:xfrm>
          <a:prstGeom prst="arc">
            <a:avLst>
              <a:gd fmla="val 181791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cxnSp>
        <p:nvCxnSpPr>
          <p:cNvPr id="14" name="Google Shape;14;p10"/>
          <p:cNvCxnSpPr/>
          <p:nvPr/>
        </p:nvCxnSpPr>
        <p:spPr>
          <a:xfrm>
            <a:off x="-3700" y="3178475"/>
            <a:ext cx="9144000" cy="0"/>
          </a:xfrm>
          <a:prstGeom prst="straightConnector1">
            <a:avLst/>
          </a:prstGeom>
          <a:noFill/>
          <a:ln cap="flat" cmpd="sng" w="9525">
            <a:solidFill>
              <a:schemeClr val="accent1"/>
            </a:solidFill>
            <a:prstDash val="solid"/>
            <a:round/>
            <a:headEnd len="sm" w="sm" type="none"/>
            <a:tailEnd len="sm" w="sm" type="none"/>
          </a:ln>
        </p:spPr>
      </p:cxnSp>
      <p:cxnSp>
        <p:nvCxnSpPr>
          <p:cNvPr id="15" name="Google Shape;15;p10"/>
          <p:cNvCxnSpPr/>
          <p:nvPr/>
        </p:nvCxnSpPr>
        <p:spPr>
          <a:xfrm>
            <a:off x="-3700" y="4555450"/>
            <a:ext cx="9144000" cy="0"/>
          </a:xfrm>
          <a:prstGeom prst="straightConnector1">
            <a:avLst/>
          </a:prstGeom>
          <a:noFill/>
          <a:ln cap="flat" cmpd="sng" w="9525">
            <a:solidFill>
              <a:schemeClr val="accent1"/>
            </a:solidFill>
            <a:prstDash val="solid"/>
            <a:round/>
            <a:headEnd len="sm" w="sm" type="none"/>
            <a:tailEnd len="sm" w="sm" type="none"/>
          </a:ln>
        </p:spPr>
      </p:cxnSp>
      <p:sp>
        <p:nvSpPr>
          <p:cNvPr id="16" name="Google Shape;16;p10"/>
          <p:cNvSpPr/>
          <p:nvPr/>
        </p:nvSpPr>
        <p:spPr>
          <a:xfrm>
            <a:off x="-704795" y="3178455"/>
            <a:ext cx="1377000" cy="1377000"/>
          </a:xfrm>
          <a:prstGeom prst="arc">
            <a:avLst>
              <a:gd fmla="val 16292481" name="adj1"/>
              <a:gd fmla="val 5314968"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7" name="Google Shape;17;p10"/>
          <p:cNvSpPr/>
          <p:nvPr/>
        </p:nvSpPr>
        <p:spPr>
          <a:xfrm rot="10800000">
            <a:off x="8451707" y="1801501"/>
            <a:ext cx="1377000" cy="1377000"/>
          </a:xfrm>
          <a:prstGeom prst="arc">
            <a:avLst>
              <a:gd fmla="val 16200000" name="adj1"/>
              <a:gd fmla="val 543129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8" name="Google Shape;18;p10"/>
          <p:cNvSpPr/>
          <p:nvPr/>
        </p:nvSpPr>
        <p:spPr>
          <a:xfrm rot="-5400000">
            <a:off x="5151857" y="4555451"/>
            <a:ext cx="1377000" cy="1377000"/>
          </a:xfrm>
          <a:prstGeom prst="arc">
            <a:avLst>
              <a:gd fmla="val 16691316" name="adj1"/>
              <a:gd fmla="val 4902631"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9" name="Google Shape;19;p10"/>
          <p:cNvSpPr txBox="1"/>
          <p:nvPr>
            <p:ph type="title"/>
          </p:nvPr>
        </p:nvSpPr>
        <p:spPr>
          <a:xfrm>
            <a:off x="436725" y="713744"/>
            <a:ext cx="4182300" cy="1726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20" name="Google Shape;20;p10"/>
          <p:cNvSpPr txBox="1"/>
          <p:nvPr>
            <p:ph idx="1" type="subTitle"/>
          </p:nvPr>
        </p:nvSpPr>
        <p:spPr>
          <a:xfrm>
            <a:off x="436725" y="4683700"/>
            <a:ext cx="4346700" cy="228600"/>
          </a:xfrm>
          <a:prstGeom prst="rect">
            <a:avLst/>
          </a:prstGeom>
          <a:noFill/>
          <a:ln>
            <a:noFill/>
          </a:ln>
        </p:spPr>
        <p:txBody>
          <a:bodyPr anchorCtr="0" anchor="b" bIns="0" lIns="0" spcFirstLastPara="1" rIns="91425" wrap="square" tIns="91425">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cxnSp>
        <p:nvCxnSpPr>
          <p:cNvPr id="21" name="Google Shape;21;p10"/>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22" name="Google Shape;22;p10"/>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23" name="Google Shape;23;p10"/>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_1">
    <p:bg>
      <p:bgPr>
        <a:solidFill>
          <a:schemeClr val="dk2"/>
        </a:solidFill>
      </p:bgPr>
    </p:bg>
    <p:spTree>
      <p:nvGrpSpPr>
        <p:cNvPr id="24" name="Shape 24"/>
        <p:cNvGrpSpPr/>
        <p:nvPr/>
      </p:nvGrpSpPr>
      <p:grpSpPr>
        <a:xfrm>
          <a:off x="0" y="0"/>
          <a:ext cx="0" cy="0"/>
          <a:chOff x="0" y="0"/>
          <a:chExt cx="0" cy="0"/>
        </a:xfrm>
      </p:grpSpPr>
      <p:sp>
        <p:nvSpPr>
          <p:cNvPr id="25" name="Google Shape;25;p11"/>
          <p:cNvSpPr/>
          <p:nvPr/>
        </p:nvSpPr>
        <p:spPr>
          <a:xfrm flipH="1" rot="5400000">
            <a:off x="-2420625" y="3029200"/>
            <a:ext cx="7621800" cy="7621800"/>
          </a:xfrm>
          <a:prstGeom prst="arc">
            <a:avLst>
              <a:gd fmla="val 17782811" name="adj1"/>
              <a:gd fmla="val 12896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26" name="Google Shape;26;p11"/>
          <p:cNvSpPr txBox="1"/>
          <p:nvPr>
            <p:ph type="title"/>
          </p:nvPr>
        </p:nvSpPr>
        <p:spPr>
          <a:xfrm>
            <a:off x="436725" y="647525"/>
            <a:ext cx="27180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7" name="Google Shape;27;p11"/>
          <p:cNvSpPr txBox="1"/>
          <p:nvPr>
            <p:ph idx="1" type="subTitle"/>
          </p:nvPr>
        </p:nvSpPr>
        <p:spPr>
          <a:xfrm>
            <a:off x="6444950" y="7282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28" name="Google Shape;28;p11"/>
          <p:cNvSpPr/>
          <p:nvPr/>
        </p:nvSpPr>
        <p:spPr>
          <a:xfrm flipH="1">
            <a:off x="53468" y="3098413"/>
            <a:ext cx="1296900" cy="12969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cxnSp>
        <p:nvCxnSpPr>
          <p:cNvPr id="29" name="Google Shape;29;p11"/>
          <p:cNvCxnSpPr/>
          <p:nvPr/>
        </p:nvCxnSpPr>
        <p:spPr>
          <a:xfrm rot="10800000">
            <a:off x="1390200" y="4326200"/>
            <a:ext cx="7753800" cy="0"/>
          </a:xfrm>
          <a:prstGeom prst="straightConnector1">
            <a:avLst/>
          </a:prstGeom>
          <a:noFill/>
          <a:ln cap="flat" cmpd="sng" w="9525">
            <a:solidFill>
              <a:schemeClr val="lt2"/>
            </a:solidFill>
            <a:prstDash val="solid"/>
            <a:round/>
            <a:headEnd len="sm" w="sm" type="none"/>
            <a:tailEnd len="sm" w="sm" type="none"/>
          </a:ln>
        </p:spPr>
      </p:cxnSp>
      <p:sp>
        <p:nvSpPr>
          <p:cNvPr id="30" name="Google Shape;30;p11"/>
          <p:cNvSpPr/>
          <p:nvPr/>
        </p:nvSpPr>
        <p:spPr>
          <a:xfrm flipH="1" rot="5400000">
            <a:off x="-1129814" y="4323837"/>
            <a:ext cx="5040000" cy="5040300"/>
          </a:xfrm>
          <a:prstGeom prst="arc">
            <a:avLst>
              <a:gd fmla="val 18735356" name="adj1"/>
              <a:gd fmla="val 2015187"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31" name="Google Shape;31;p11"/>
          <p:cNvSpPr/>
          <p:nvPr/>
        </p:nvSpPr>
        <p:spPr>
          <a:xfrm flipH="1" rot="5400000">
            <a:off x="3295500" y="4326000"/>
            <a:ext cx="1299900" cy="1299900"/>
          </a:xfrm>
          <a:prstGeom prst="arc">
            <a:avLst>
              <a:gd fmla="val 15272596" name="adj1"/>
              <a:gd fmla="val 631588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2" name="Google Shape;32;p1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33" name="Google Shape;33;p11"/>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34" name="Google Shape;34;p11"/>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35" name="Google Shape;35;p11"/>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36" name="Google Shape;36;p11"/>
          <p:cNvSpPr txBox="1"/>
          <p:nvPr>
            <p:ph idx="4" type="subTitle"/>
          </p:nvPr>
        </p:nvSpPr>
        <p:spPr>
          <a:xfrm>
            <a:off x="6444950" y="12352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37" name="Google Shape;37;p11"/>
          <p:cNvSpPr txBox="1"/>
          <p:nvPr>
            <p:ph idx="5" type="subTitle"/>
          </p:nvPr>
        </p:nvSpPr>
        <p:spPr>
          <a:xfrm>
            <a:off x="6444950" y="17421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38" name="Google Shape;38;p11"/>
          <p:cNvSpPr txBox="1"/>
          <p:nvPr>
            <p:ph idx="6" type="subTitle"/>
          </p:nvPr>
        </p:nvSpPr>
        <p:spPr>
          <a:xfrm>
            <a:off x="6444950" y="22491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39" name="Google Shape;39;p11"/>
          <p:cNvSpPr txBox="1"/>
          <p:nvPr>
            <p:ph idx="7" type="subTitle"/>
          </p:nvPr>
        </p:nvSpPr>
        <p:spPr>
          <a:xfrm>
            <a:off x="6444950" y="27560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0" name="Google Shape;40;p11"/>
          <p:cNvSpPr txBox="1"/>
          <p:nvPr>
            <p:ph idx="8" type="subTitle"/>
          </p:nvPr>
        </p:nvSpPr>
        <p:spPr>
          <a:xfrm>
            <a:off x="6444950" y="32630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1" name="Google Shape;41;p11"/>
          <p:cNvSpPr txBox="1"/>
          <p:nvPr>
            <p:ph idx="9" type="subTitle"/>
          </p:nvPr>
        </p:nvSpPr>
        <p:spPr>
          <a:xfrm>
            <a:off x="6080700" y="7282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2" name="Google Shape;42;p11"/>
          <p:cNvSpPr txBox="1"/>
          <p:nvPr>
            <p:ph idx="13" type="subTitle"/>
          </p:nvPr>
        </p:nvSpPr>
        <p:spPr>
          <a:xfrm>
            <a:off x="6080700" y="12352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3" name="Google Shape;43;p11"/>
          <p:cNvSpPr txBox="1"/>
          <p:nvPr>
            <p:ph idx="14" type="subTitle"/>
          </p:nvPr>
        </p:nvSpPr>
        <p:spPr>
          <a:xfrm>
            <a:off x="6080700" y="17421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4" name="Google Shape;44;p11"/>
          <p:cNvSpPr txBox="1"/>
          <p:nvPr>
            <p:ph idx="15" type="subTitle"/>
          </p:nvPr>
        </p:nvSpPr>
        <p:spPr>
          <a:xfrm>
            <a:off x="6080700" y="22491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5" name="Google Shape;45;p11"/>
          <p:cNvSpPr txBox="1"/>
          <p:nvPr>
            <p:ph idx="16" type="subTitle"/>
          </p:nvPr>
        </p:nvSpPr>
        <p:spPr>
          <a:xfrm>
            <a:off x="6080700" y="27560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6" name="Google Shape;46;p11"/>
          <p:cNvSpPr txBox="1"/>
          <p:nvPr>
            <p:ph idx="17" type="subTitle"/>
          </p:nvPr>
        </p:nvSpPr>
        <p:spPr>
          <a:xfrm>
            <a:off x="6080700" y="32630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
    <p:spTree>
      <p:nvGrpSpPr>
        <p:cNvPr id="47" name="Shape 47"/>
        <p:cNvGrpSpPr/>
        <p:nvPr/>
      </p:nvGrpSpPr>
      <p:grpSpPr>
        <a:xfrm>
          <a:off x="0" y="0"/>
          <a:ext cx="0" cy="0"/>
          <a:chOff x="0" y="0"/>
          <a:chExt cx="0" cy="0"/>
        </a:xfrm>
      </p:grpSpPr>
      <p:sp>
        <p:nvSpPr>
          <p:cNvPr id="48" name="Google Shape;48;p12"/>
          <p:cNvSpPr txBox="1"/>
          <p:nvPr>
            <p:ph type="title"/>
          </p:nvPr>
        </p:nvSpPr>
        <p:spPr>
          <a:xfrm>
            <a:off x="436725" y="457200"/>
            <a:ext cx="76908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cxnSp>
        <p:nvCxnSpPr>
          <p:cNvPr id="49" name="Google Shape;49;p12"/>
          <p:cNvCxnSpPr/>
          <p:nvPr/>
        </p:nvCxnSpPr>
        <p:spPr>
          <a:xfrm>
            <a:off x="-9" y="1798332"/>
            <a:ext cx="9166500" cy="0"/>
          </a:xfrm>
          <a:prstGeom prst="straightConnector1">
            <a:avLst/>
          </a:prstGeom>
          <a:noFill/>
          <a:ln cap="flat" cmpd="sng" w="9525">
            <a:solidFill>
              <a:schemeClr val="accent1"/>
            </a:solidFill>
            <a:prstDash val="solid"/>
            <a:round/>
            <a:headEnd len="sm" w="sm" type="none"/>
            <a:tailEnd len="sm" w="sm" type="none"/>
          </a:ln>
        </p:spPr>
      </p:cxnSp>
      <p:sp>
        <p:nvSpPr>
          <p:cNvPr id="50" name="Google Shape;50;p1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51" name="Google Shape;51;p12"/>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52" name="Google Shape;52;p12"/>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53" name="Google Shape;53;p12"/>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CUSTOM_6">
    <p:bg>
      <p:bgPr>
        <a:solidFill>
          <a:schemeClr val="dk2"/>
        </a:solidFill>
      </p:bgPr>
    </p:bg>
    <p:spTree>
      <p:nvGrpSpPr>
        <p:cNvPr id="54" name="Shape 54"/>
        <p:cNvGrpSpPr/>
        <p:nvPr/>
      </p:nvGrpSpPr>
      <p:grpSpPr>
        <a:xfrm>
          <a:off x="0" y="0"/>
          <a:ext cx="0" cy="0"/>
          <a:chOff x="0" y="0"/>
          <a:chExt cx="0" cy="0"/>
        </a:xfrm>
      </p:grpSpPr>
      <p:sp>
        <p:nvSpPr>
          <p:cNvPr id="55" name="Google Shape;55;p13"/>
          <p:cNvSpPr txBox="1"/>
          <p:nvPr>
            <p:ph type="title"/>
          </p:nvPr>
        </p:nvSpPr>
        <p:spPr>
          <a:xfrm>
            <a:off x="436725" y="4094025"/>
            <a:ext cx="6272100" cy="587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grpSp>
        <p:nvGrpSpPr>
          <p:cNvPr id="56" name="Google Shape;56;p13"/>
          <p:cNvGrpSpPr/>
          <p:nvPr/>
        </p:nvGrpSpPr>
        <p:grpSpPr>
          <a:xfrm>
            <a:off x="-2117000" y="-4069732"/>
            <a:ext cx="11860804" cy="6909318"/>
            <a:chOff x="-2117000" y="-4069732"/>
            <a:chExt cx="11860804" cy="6909318"/>
          </a:xfrm>
        </p:grpSpPr>
        <p:sp>
          <p:nvSpPr>
            <p:cNvPr id="57" name="Google Shape;57;p13"/>
            <p:cNvSpPr/>
            <p:nvPr/>
          </p:nvSpPr>
          <p:spPr>
            <a:xfrm rot="5400000">
              <a:off x="-2117000" y="-4069732"/>
              <a:ext cx="6909300" cy="6909300"/>
            </a:xfrm>
            <a:prstGeom prst="arc">
              <a:avLst>
                <a:gd fmla="val 16801206" name="adj1"/>
                <a:gd fmla="val 138197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58" name="Google Shape;58;p13"/>
            <p:cNvSpPr/>
            <p:nvPr/>
          </p:nvSpPr>
          <p:spPr>
            <a:xfrm rot="5400000">
              <a:off x="-947044" y="-2903156"/>
              <a:ext cx="4569000" cy="4569300"/>
            </a:xfrm>
            <a:prstGeom prst="arc">
              <a:avLst>
                <a:gd fmla="val 17122104" name="adj1"/>
                <a:gd fmla="val 21801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cxnSp>
          <p:nvCxnSpPr>
            <p:cNvPr id="59" name="Google Shape;59;p13"/>
            <p:cNvCxnSpPr/>
            <p:nvPr/>
          </p:nvCxnSpPr>
          <p:spPr>
            <a:xfrm rot="10800000">
              <a:off x="1342860" y="1664508"/>
              <a:ext cx="7802700" cy="0"/>
            </a:xfrm>
            <a:prstGeom prst="straightConnector1">
              <a:avLst/>
            </a:prstGeom>
            <a:noFill/>
            <a:ln cap="flat" cmpd="sng" w="9525">
              <a:solidFill>
                <a:schemeClr val="lt2"/>
              </a:solidFill>
              <a:prstDash val="solid"/>
              <a:round/>
              <a:headEnd len="sm" w="sm" type="none"/>
              <a:tailEnd len="sm" w="sm" type="none"/>
            </a:ln>
          </p:spPr>
        </p:cxnSp>
        <p:cxnSp>
          <p:nvCxnSpPr>
            <p:cNvPr id="60" name="Google Shape;60;p13"/>
            <p:cNvCxnSpPr/>
            <p:nvPr/>
          </p:nvCxnSpPr>
          <p:spPr>
            <a:xfrm rot="10800000">
              <a:off x="-3240" y="489535"/>
              <a:ext cx="9148800" cy="0"/>
            </a:xfrm>
            <a:prstGeom prst="straightConnector1">
              <a:avLst/>
            </a:prstGeom>
            <a:noFill/>
            <a:ln cap="flat" cmpd="sng" w="9525">
              <a:solidFill>
                <a:schemeClr val="lt2"/>
              </a:solidFill>
              <a:prstDash val="solid"/>
              <a:round/>
              <a:headEnd len="sm" w="sm" type="none"/>
              <a:tailEnd len="sm" w="sm" type="none"/>
            </a:ln>
          </p:spPr>
        </p:cxnSp>
        <p:sp>
          <p:nvSpPr>
            <p:cNvPr id="61" name="Google Shape;61;p13"/>
            <p:cNvSpPr/>
            <p:nvPr/>
          </p:nvSpPr>
          <p:spPr>
            <a:xfrm rot="10800000">
              <a:off x="8568704" y="489425"/>
              <a:ext cx="1175100" cy="1175100"/>
            </a:xfrm>
            <a:prstGeom prst="arc">
              <a:avLst>
                <a:gd fmla="val 16292481" name="adj1"/>
                <a:gd fmla="val 531496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62" name="Google Shape;62;p13"/>
            <p:cNvSpPr/>
            <p:nvPr/>
          </p:nvSpPr>
          <p:spPr>
            <a:xfrm>
              <a:off x="755567" y="1664486"/>
              <a:ext cx="1175100" cy="1175100"/>
            </a:xfrm>
            <a:prstGeom prst="arc">
              <a:avLst>
                <a:gd fmla="val 16200000" name="adj1"/>
                <a:gd fmla="val 15996049"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63" name="Google Shape;63;p13"/>
            <p:cNvSpPr/>
            <p:nvPr/>
          </p:nvSpPr>
          <p:spPr>
            <a:xfrm rot="5400000">
              <a:off x="3571223" y="-685459"/>
              <a:ext cx="1175100" cy="1175100"/>
            </a:xfrm>
            <a:prstGeom prst="arc">
              <a:avLst>
                <a:gd fmla="val 16691316" name="adj1"/>
                <a:gd fmla="val 4902631"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64" name="Google Shape;64;p1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5" name="Google Shape;65;p13"/>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66" name="Google Shape;66;p13"/>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67" name="Google Shape;67;p13"/>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lt2"/>
        </a:solidFill>
      </p:bgPr>
    </p:bg>
    <p:spTree>
      <p:nvGrpSpPr>
        <p:cNvPr id="68" name="Shape 68"/>
        <p:cNvGrpSpPr/>
        <p:nvPr/>
      </p:nvGrpSpPr>
      <p:grpSpPr>
        <a:xfrm>
          <a:off x="0" y="0"/>
          <a:ext cx="0" cy="0"/>
          <a:chOff x="0" y="0"/>
          <a:chExt cx="0" cy="0"/>
        </a:xfrm>
      </p:grpSpPr>
      <p:sp>
        <p:nvSpPr>
          <p:cNvPr id="69" name="Google Shape;69;p14"/>
          <p:cNvSpPr txBox="1"/>
          <p:nvPr>
            <p:ph idx="1" type="subTitle"/>
          </p:nvPr>
        </p:nvSpPr>
        <p:spPr>
          <a:xfrm>
            <a:off x="436725"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70" name="Google Shape;70;p14"/>
          <p:cNvSpPr txBox="1"/>
          <p:nvPr>
            <p:ph type="title"/>
          </p:nvPr>
        </p:nvSpPr>
        <p:spPr>
          <a:xfrm>
            <a:off x="436725" y="457200"/>
            <a:ext cx="82302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71" name="Google Shape;71;p14"/>
          <p:cNvSpPr txBox="1"/>
          <p:nvPr>
            <p:ph idx="2" type="subTitle"/>
          </p:nvPr>
        </p:nvSpPr>
        <p:spPr>
          <a:xfrm>
            <a:off x="3527938"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72" name="Google Shape;72;p14"/>
          <p:cNvSpPr txBox="1"/>
          <p:nvPr>
            <p:ph idx="3" type="subTitle"/>
          </p:nvPr>
        </p:nvSpPr>
        <p:spPr>
          <a:xfrm>
            <a:off x="6461650"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73" name="Google Shape;73;p1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74" name="Google Shape;74;p14"/>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75" name="Google Shape;75;p14"/>
          <p:cNvSpPr txBox="1"/>
          <p:nvPr>
            <p:ph idx="4"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76" name="Google Shape;76;p14"/>
          <p:cNvSpPr txBox="1"/>
          <p:nvPr>
            <p:ph idx="5"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77" name="Google Shape;77;p14"/>
          <p:cNvSpPr txBox="1"/>
          <p:nvPr>
            <p:ph idx="6" type="body"/>
          </p:nvPr>
        </p:nvSpPr>
        <p:spPr>
          <a:xfrm>
            <a:off x="43672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78" name="Google Shape;78;p14"/>
          <p:cNvSpPr txBox="1"/>
          <p:nvPr>
            <p:ph idx="7" type="body"/>
          </p:nvPr>
        </p:nvSpPr>
        <p:spPr>
          <a:xfrm>
            <a:off x="352802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79" name="Google Shape;79;p14"/>
          <p:cNvSpPr txBox="1"/>
          <p:nvPr>
            <p:ph idx="8" type="body"/>
          </p:nvPr>
        </p:nvSpPr>
        <p:spPr>
          <a:xfrm>
            <a:off x="646157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p:cSld name="CUSTOM_8">
    <p:spTree>
      <p:nvGrpSpPr>
        <p:cNvPr id="80" name="Shape 80"/>
        <p:cNvGrpSpPr/>
        <p:nvPr/>
      </p:nvGrpSpPr>
      <p:grpSpPr>
        <a:xfrm>
          <a:off x="0" y="0"/>
          <a:ext cx="0" cy="0"/>
          <a:chOff x="0" y="0"/>
          <a:chExt cx="0" cy="0"/>
        </a:xfrm>
      </p:grpSpPr>
      <p:sp>
        <p:nvSpPr>
          <p:cNvPr id="81" name="Google Shape;81;p15"/>
          <p:cNvSpPr txBox="1"/>
          <p:nvPr>
            <p:ph idx="1" type="subTitle"/>
          </p:nvPr>
        </p:nvSpPr>
        <p:spPr>
          <a:xfrm>
            <a:off x="5066225" y="814799"/>
            <a:ext cx="27192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82" name="Google Shape;82;p15"/>
          <p:cNvSpPr txBox="1"/>
          <p:nvPr>
            <p:ph type="title"/>
          </p:nvPr>
        </p:nvSpPr>
        <p:spPr>
          <a:xfrm>
            <a:off x="5066600" y="1213483"/>
            <a:ext cx="3552300" cy="1927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accent1"/>
                </a:solidFill>
              </a:defRPr>
            </a:lvl1pPr>
            <a:lvl2pPr lvl="1" algn="l">
              <a:lnSpc>
                <a:spcPct val="115000"/>
              </a:lnSpc>
              <a:spcBef>
                <a:spcPts val="0"/>
              </a:spcBef>
              <a:spcAft>
                <a:spcPts val="0"/>
              </a:spcAft>
              <a:buSzPts val="1800"/>
              <a:buNone/>
              <a:defRPr sz="1800">
                <a:solidFill>
                  <a:schemeClr val="accent1"/>
                </a:solidFill>
              </a:defRPr>
            </a:lvl2pPr>
            <a:lvl3pPr lvl="2" algn="l">
              <a:lnSpc>
                <a:spcPct val="115000"/>
              </a:lnSpc>
              <a:spcBef>
                <a:spcPts val="0"/>
              </a:spcBef>
              <a:spcAft>
                <a:spcPts val="0"/>
              </a:spcAft>
              <a:buSzPts val="1800"/>
              <a:buNone/>
              <a:defRPr sz="1800">
                <a:solidFill>
                  <a:schemeClr val="accent1"/>
                </a:solidFill>
              </a:defRPr>
            </a:lvl3pPr>
            <a:lvl4pPr lvl="3" algn="l">
              <a:lnSpc>
                <a:spcPct val="115000"/>
              </a:lnSpc>
              <a:spcBef>
                <a:spcPts val="0"/>
              </a:spcBef>
              <a:spcAft>
                <a:spcPts val="0"/>
              </a:spcAft>
              <a:buSzPts val="1800"/>
              <a:buNone/>
              <a:defRPr sz="1800">
                <a:solidFill>
                  <a:schemeClr val="accent1"/>
                </a:solidFill>
              </a:defRPr>
            </a:lvl4pPr>
            <a:lvl5pPr lvl="4" algn="l">
              <a:lnSpc>
                <a:spcPct val="115000"/>
              </a:lnSpc>
              <a:spcBef>
                <a:spcPts val="0"/>
              </a:spcBef>
              <a:spcAft>
                <a:spcPts val="0"/>
              </a:spcAft>
              <a:buSzPts val="1800"/>
              <a:buNone/>
              <a:defRPr sz="1800">
                <a:solidFill>
                  <a:schemeClr val="accent1"/>
                </a:solidFill>
              </a:defRPr>
            </a:lvl5pPr>
            <a:lvl6pPr lvl="5" algn="l">
              <a:lnSpc>
                <a:spcPct val="115000"/>
              </a:lnSpc>
              <a:spcBef>
                <a:spcPts val="0"/>
              </a:spcBef>
              <a:spcAft>
                <a:spcPts val="0"/>
              </a:spcAft>
              <a:buSzPts val="1800"/>
              <a:buNone/>
              <a:defRPr sz="1800">
                <a:solidFill>
                  <a:schemeClr val="accent1"/>
                </a:solidFill>
              </a:defRPr>
            </a:lvl6pPr>
            <a:lvl7pPr lvl="6" algn="l">
              <a:lnSpc>
                <a:spcPct val="115000"/>
              </a:lnSpc>
              <a:spcBef>
                <a:spcPts val="0"/>
              </a:spcBef>
              <a:spcAft>
                <a:spcPts val="0"/>
              </a:spcAft>
              <a:buSzPts val="1800"/>
              <a:buNone/>
              <a:defRPr sz="1800">
                <a:solidFill>
                  <a:schemeClr val="accent1"/>
                </a:solidFill>
              </a:defRPr>
            </a:lvl7pPr>
            <a:lvl8pPr lvl="7" algn="l">
              <a:lnSpc>
                <a:spcPct val="115000"/>
              </a:lnSpc>
              <a:spcBef>
                <a:spcPts val="0"/>
              </a:spcBef>
              <a:spcAft>
                <a:spcPts val="0"/>
              </a:spcAft>
              <a:buSzPts val="1800"/>
              <a:buNone/>
              <a:defRPr sz="1800">
                <a:solidFill>
                  <a:schemeClr val="accent1"/>
                </a:solidFill>
              </a:defRPr>
            </a:lvl8pPr>
            <a:lvl9pPr lvl="8" algn="l">
              <a:lnSpc>
                <a:spcPct val="115000"/>
              </a:lnSpc>
              <a:spcBef>
                <a:spcPts val="0"/>
              </a:spcBef>
              <a:spcAft>
                <a:spcPts val="0"/>
              </a:spcAft>
              <a:buSzPts val="1800"/>
              <a:buNone/>
              <a:defRPr sz="1800">
                <a:solidFill>
                  <a:schemeClr val="accent1"/>
                </a:solidFill>
              </a:defRPr>
            </a:lvl9pPr>
          </a:lstStyle>
          <a:p/>
        </p:txBody>
      </p:sp>
      <p:sp>
        <p:nvSpPr>
          <p:cNvPr id="83" name="Google Shape;83;p15"/>
          <p:cNvSpPr txBox="1"/>
          <p:nvPr>
            <p:ph idx="2" type="subTitle"/>
          </p:nvPr>
        </p:nvSpPr>
        <p:spPr>
          <a:xfrm>
            <a:off x="5066225" y="4125124"/>
            <a:ext cx="27192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4" name="Google Shape;84;p15"/>
          <p:cNvSpPr txBox="1"/>
          <p:nvPr>
            <p:ph idx="3" type="subTitle"/>
          </p:nvPr>
        </p:nvSpPr>
        <p:spPr>
          <a:xfrm>
            <a:off x="2423700" y="1344300"/>
            <a:ext cx="1619100" cy="750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5" name="Google Shape;85;p15"/>
          <p:cNvSpPr txBox="1"/>
          <p:nvPr>
            <p:ph idx="4" type="subTitle"/>
          </p:nvPr>
        </p:nvSpPr>
        <p:spPr>
          <a:xfrm>
            <a:off x="2423700" y="3090650"/>
            <a:ext cx="1619100" cy="750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6" name="Google Shape;86;p15"/>
          <p:cNvSpPr txBox="1"/>
          <p:nvPr>
            <p:ph idx="5" type="subTitle"/>
          </p:nvPr>
        </p:nvSpPr>
        <p:spPr>
          <a:xfrm>
            <a:off x="436725" y="1344300"/>
            <a:ext cx="1619100" cy="750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7" name="Google Shape;87;p15"/>
          <p:cNvSpPr txBox="1"/>
          <p:nvPr>
            <p:ph idx="6" type="subTitle"/>
          </p:nvPr>
        </p:nvSpPr>
        <p:spPr>
          <a:xfrm>
            <a:off x="436725" y="3090650"/>
            <a:ext cx="1619100" cy="750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8" name="Google Shape;88;p15"/>
          <p:cNvSpPr txBox="1"/>
          <p:nvPr>
            <p:ph idx="7" type="subTitle"/>
          </p:nvPr>
        </p:nvSpPr>
        <p:spPr>
          <a:xfrm>
            <a:off x="2423700" y="794135"/>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89" name="Google Shape;89;p15"/>
          <p:cNvSpPr txBox="1"/>
          <p:nvPr>
            <p:ph idx="8" type="subTitle"/>
          </p:nvPr>
        </p:nvSpPr>
        <p:spPr>
          <a:xfrm>
            <a:off x="436725" y="794135"/>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90" name="Google Shape;90;p15"/>
          <p:cNvSpPr txBox="1"/>
          <p:nvPr>
            <p:ph idx="9" type="subTitle"/>
          </p:nvPr>
        </p:nvSpPr>
        <p:spPr>
          <a:xfrm>
            <a:off x="2423700" y="4256460"/>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91" name="Google Shape;91;p15"/>
          <p:cNvSpPr txBox="1"/>
          <p:nvPr>
            <p:ph idx="13" type="subTitle"/>
          </p:nvPr>
        </p:nvSpPr>
        <p:spPr>
          <a:xfrm>
            <a:off x="436725" y="4256460"/>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92" name="Google Shape;92;p1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93" name="Google Shape;93;p15"/>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94" name="Google Shape;94;p15"/>
          <p:cNvSpPr txBox="1"/>
          <p:nvPr>
            <p:ph idx="14"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95" name="Google Shape;95;p15"/>
          <p:cNvSpPr txBox="1"/>
          <p:nvPr>
            <p:ph idx="15"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1">
  <p:cSld name="CUSTOM_8_1">
    <p:spTree>
      <p:nvGrpSpPr>
        <p:cNvPr id="96" name="Shape 96"/>
        <p:cNvGrpSpPr/>
        <p:nvPr/>
      </p:nvGrpSpPr>
      <p:grpSpPr>
        <a:xfrm>
          <a:off x="0" y="0"/>
          <a:ext cx="0" cy="0"/>
          <a:chOff x="0" y="0"/>
          <a:chExt cx="0" cy="0"/>
        </a:xfrm>
      </p:grpSpPr>
      <p:sp>
        <p:nvSpPr>
          <p:cNvPr id="97" name="Google Shape;97;p16"/>
          <p:cNvSpPr txBox="1"/>
          <p:nvPr>
            <p:ph idx="1" type="subTitle"/>
          </p:nvPr>
        </p:nvSpPr>
        <p:spPr>
          <a:xfrm>
            <a:off x="6446974" y="814800"/>
            <a:ext cx="22320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98" name="Google Shape;98;p16"/>
          <p:cNvSpPr txBox="1"/>
          <p:nvPr>
            <p:ph type="title"/>
          </p:nvPr>
        </p:nvSpPr>
        <p:spPr>
          <a:xfrm>
            <a:off x="6447214" y="1213484"/>
            <a:ext cx="2232000" cy="1927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accent1"/>
                </a:solidFill>
              </a:defRPr>
            </a:lvl1pPr>
            <a:lvl2pPr lvl="1" algn="l">
              <a:lnSpc>
                <a:spcPct val="115000"/>
              </a:lnSpc>
              <a:spcBef>
                <a:spcPts val="0"/>
              </a:spcBef>
              <a:spcAft>
                <a:spcPts val="0"/>
              </a:spcAft>
              <a:buSzPts val="1800"/>
              <a:buNone/>
              <a:defRPr sz="1800">
                <a:solidFill>
                  <a:schemeClr val="accent1"/>
                </a:solidFill>
              </a:defRPr>
            </a:lvl2pPr>
            <a:lvl3pPr lvl="2" algn="l">
              <a:lnSpc>
                <a:spcPct val="115000"/>
              </a:lnSpc>
              <a:spcBef>
                <a:spcPts val="0"/>
              </a:spcBef>
              <a:spcAft>
                <a:spcPts val="0"/>
              </a:spcAft>
              <a:buSzPts val="1800"/>
              <a:buNone/>
              <a:defRPr sz="1800">
                <a:solidFill>
                  <a:schemeClr val="accent1"/>
                </a:solidFill>
              </a:defRPr>
            </a:lvl3pPr>
            <a:lvl4pPr lvl="3" algn="l">
              <a:lnSpc>
                <a:spcPct val="115000"/>
              </a:lnSpc>
              <a:spcBef>
                <a:spcPts val="0"/>
              </a:spcBef>
              <a:spcAft>
                <a:spcPts val="0"/>
              </a:spcAft>
              <a:buSzPts val="1800"/>
              <a:buNone/>
              <a:defRPr sz="1800">
                <a:solidFill>
                  <a:schemeClr val="accent1"/>
                </a:solidFill>
              </a:defRPr>
            </a:lvl4pPr>
            <a:lvl5pPr lvl="4" algn="l">
              <a:lnSpc>
                <a:spcPct val="115000"/>
              </a:lnSpc>
              <a:spcBef>
                <a:spcPts val="0"/>
              </a:spcBef>
              <a:spcAft>
                <a:spcPts val="0"/>
              </a:spcAft>
              <a:buSzPts val="1800"/>
              <a:buNone/>
              <a:defRPr sz="1800">
                <a:solidFill>
                  <a:schemeClr val="accent1"/>
                </a:solidFill>
              </a:defRPr>
            </a:lvl5pPr>
            <a:lvl6pPr lvl="5" algn="l">
              <a:lnSpc>
                <a:spcPct val="115000"/>
              </a:lnSpc>
              <a:spcBef>
                <a:spcPts val="0"/>
              </a:spcBef>
              <a:spcAft>
                <a:spcPts val="0"/>
              </a:spcAft>
              <a:buSzPts val="1800"/>
              <a:buNone/>
              <a:defRPr sz="1800">
                <a:solidFill>
                  <a:schemeClr val="accent1"/>
                </a:solidFill>
              </a:defRPr>
            </a:lvl6pPr>
            <a:lvl7pPr lvl="6" algn="l">
              <a:lnSpc>
                <a:spcPct val="115000"/>
              </a:lnSpc>
              <a:spcBef>
                <a:spcPts val="0"/>
              </a:spcBef>
              <a:spcAft>
                <a:spcPts val="0"/>
              </a:spcAft>
              <a:buSzPts val="1800"/>
              <a:buNone/>
              <a:defRPr sz="1800">
                <a:solidFill>
                  <a:schemeClr val="accent1"/>
                </a:solidFill>
              </a:defRPr>
            </a:lvl7pPr>
            <a:lvl8pPr lvl="7" algn="l">
              <a:lnSpc>
                <a:spcPct val="115000"/>
              </a:lnSpc>
              <a:spcBef>
                <a:spcPts val="0"/>
              </a:spcBef>
              <a:spcAft>
                <a:spcPts val="0"/>
              </a:spcAft>
              <a:buSzPts val="1800"/>
              <a:buNone/>
              <a:defRPr sz="1800">
                <a:solidFill>
                  <a:schemeClr val="accent1"/>
                </a:solidFill>
              </a:defRPr>
            </a:lvl8pPr>
            <a:lvl9pPr lvl="8" algn="l">
              <a:lnSpc>
                <a:spcPct val="115000"/>
              </a:lnSpc>
              <a:spcBef>
                <a:spcPts val="0"/>
              </a:spcBef>
              <a:spcAft>
                <a:spcPts val="0"/>
              </a:spcAft>
              <a:buSzPts val="1800"/>
              <a:buNone/>
              <a:defRPr sz="1800">
                <a:solidFill>
                  <a:schemeClr val="accent1"/>
                </a:solidFill>
              </a:defRPr>
            </a:lvl9pPr>
          </a:lstStyle>
          <a:p/>
        </p:txBody>
      </p:sp>
      <p:sp>
        <p:nvSpPr>
          <p:cNvPr id="99" name="Google Shape;99;p16"/>
          <p:cNvSpPr txBox="1"/>
          <p:nvPr>
            <p:ph idx="2" type="subTitle"/>
          </p:nvPr>
        </p:nvSpPr>
        <p:spPr>
          <a:xfrm>
            <a:off x="6446978" y="4125125"/>
            <a:ext cx="17085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100" name="Google Shape;100;p16"/>
          <p:cNvSpPr txBox="1"/>
          <p:nvPr>
            <p:ph idx="3"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101" name="Google Shape;101;p16"/>
          <p:cNvSpPr txBox="1"/>
          <p:nvPr>
            <p:ph idx="4"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102" name="Google Shape;102;p1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03" name="Google Shape;103;p16"/>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104" name="Google Shape;104;p16"/>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105" name="Google Shape;105;p16"/>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6_1">
    <p:spTree>
      <p:nvGrpSpPr>
        <p:cNvPr id="106" name="Shape 106"/>
        <p:cNvGrpSpPr/>
        <p:nvPr/>
      </p:nvGrpSpPr>
      <p:grpSpPr>
        <a:xfrm>
          <a:off x="0" y="0"/>
          <a:ext cx="0" cy="0"/>
          <a:chOff x="0" y="0"/>
          <a:chExt cx="0" cy="0"/>
        </a:xfrm>
      </p:grpSpPr>
      <p:sp>
        <p:nvSpPr>
          <p:cNvPr id="107" name="Google Shape;107;p17"/>
          <p:cNvSpPr txBox="1"/>
          <p:nvPr>
            <p:ph type="title"/>
          </p:nvPr>
        </p:nvSpPr>
        <p:spPr>
          <a:xfrm>
            <a:off x="436725" y="2781949"/>
            <a:ext cx="4182300" cy="784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108" name="Google Shape;108;p1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09" name="Google Shape;109;p17"/>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110" name="Google Shape;110;p17"/>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111" name="Google Shape;111;p17"/>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grpSp>
        <p:nvGrpSpPr>
          <p:cNvPr id="112" name="Google Shape;112;p17"/>
          <p:cNvGrpSpPr/>
          <p:nvPr/>
        </p:nvGrpSpPr>
        <p:grpSpPr>
          <a:xfrm rot="10800000">
            <a:off x="4618955" y="-4359904"/>
            <a:ext cx="6916230" cy="6916230"/>
            <a:chOff x="-3059650" y="1891300"/>
            <a:chExt cx="7160400" cy="7160400"/>
          </a:xfrm>
        </p:grpSpPr>
        <p:sp>
          <p:nvSpPr>
            <p:cNvPr id="113" name="Google Shape;113;p17"/>
            <p:cNvSpPr/>
            <p:nvPr/>
          </p:nvSpPr>
          <p:spPr>
            <a:xfrm flipH="1" rot="5400000">
              <a:off x="-3059650" y="1891300"/>
              <a:ext cx="7160400" cy="7160400"/>
            </a:xfrm>
            <a:prstGeom prst="arc">
              <a:avLst>
                <a:gd fmla="val 17100715" name="adj1"/>
                <a:gd fmla="val 107222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14" name="Google Shape;114;p17"/>
            <p:cNvSpPr/>
            <p:nvPr/>
          </p:nvSpPr>
          <p:spPr>
            <a:xfrm flipH="1" rot="5400000">
              <a:off x="-1851199" y="3109695"/>
              <a:ext cx="4734900" cy="4735200"/>
            </a:xfrm>
            <a:prstGeom prst="arc">
              <a:avLst>
                <a:gd fmla="val 17607113" name="adj1"/>
                <a:gd fmla="val 165804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15" name="Google Shape;115;p17"/>
            <p:cNvSpPr/>
            <p:nvPr/>
          </p:nvSpPr>
          <p:spPr>
            <a:xfrm>
              <a:off x="1239430" y="2205756"/>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cxnSp>
        <p:nvCxnSpPr>
          <p:cNvPr id="116" name="Google Shape;116;p17"/>
          <p:cNvCxnSpPr/>
          <p:nvPr/>
        </p:nvCxnSpPr>
        <p:spPr>
          <a:xfrm>
            <a:off x="0" y="2553350"/>
            <a:ext cx="9144000" cy="0"/>
          </a:xfrm>
          <a:prstGeom prst="straightConnector1">
            <a:avLst/>
          </a:prstGeom>
          <a:noFill/>
          <a:ln cap="flat" cmpd="sng" w="9525">
            <a:solidFill>
              <a:schemeClr val="lt2"/>
            </a:solidFill>
            <a:prstDash val="solid"/>
            <a:round/>
            <a:headEnd len="sm" w="sm" type="none"/>
            <a:tailEnd len="sm" w="sm" type="none"/>
          </a:ln>
        </p:spPr>
      </p:cxnSp>
      <p:sp>
        <p:nvSpPr>
          <p:cNvPr id="117" name="Google Shape;117;p17"/>
          <p:cNvSpPr txBox="1"/>
          <p:nvPr>
            <p:ph idx="3" type="subTitle"/>
          </p:nvPr>
        </p:nvSpPr>
        <p:spPr>
          <a:xfrm>
            <a:off x="436725" y="3675175"/>
            <a:ext cx="3813000" cy="737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118" name="Google Shape;118;p17"/>
          <p:cNvSpPr txBox="1"/>
          <p:nvPr>
            <p:ph idx="4" type="subTitle"/>
          </p:nvPr>
        </p:nvSpPr>
        <p:spPr>
          <a:xfrm>
            <a:off x="4980750" y="3675175"/>
            <a:ext cx="3813000" cy="737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4">
    <p:bg>
      <p:bgPr>
        <a:solidFill>
          <a:schemeClr val="lt2"/>
        </a:solidFill>
      </p:bgPr>
    </p:bg>
    <p:spTree>
      <p:nvGrpSpPr>
        <p:cNvPr id="119" name="Shape 119"/>
        <p:cNvGrpSpPr/>
        <p:nvPr/>
      </p:nvGrpSpPr>
      <p:grpSpPr>
        <a:xfrm>
          <a:off x="0" y="0"/>
          <a:ext cx="0" cy="0"/>
          <a:chOff x="0" y="0"/>
          <a:chExt cx="0" cy="0"/>
        </a:xfrm>
      </p:grpSpPr>
      <p:sp>
        <p:nvSpPr>
          <p:cNvPr id="120" name="Google Shape;120;p18"/>
          <p:cNvSpPr/>
          <p:nvPr/>
        </p:nvSpPr>
        <p:spPr>
          <a:xfrm flipH="1" rot="-5400205">
            <a:off x="3801104" y="-3647425"/>
            <a:ext cx="5040000" cy="5040600"/>
          </a:xfrm>
          <a:prstGeom prst="arc">
            <a:avLst>
              <a:gd fmla="val 17789929" name="adj1"/>
              <a:gd fmla="val 381151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cxnSp>
        <p:nvCxnSpPr>
          <p:cNvPr id="121" name="Google Shape;121;p18"/>
          <p:cNvCxnSpPr/>
          <p:nvPr/>
        </p:nvCxnSpPr>
        <p:spPr>
          <a:xfrm>
            <a:off x="-9" y="1392875"/>
            <a:ext cx="9166500" cy="0"/>
          </a:xfrm>
          <a:prstGeom prst="straightConnector1">
            <a:avLst/>
          </a:prstGeom>
          <a:noFill/>
          <a:ln cap="flat" cmpd="sng" w="9525">
            <a:solidFill>
              <a:schemeClr val="accent1"/>
            </a:solidFill>
            <a:prstDash val="solid"/>
            <a:round/>
            <a:headEnd len="sm" w="sm" type="none"/>
            <a:tailEnd len="sm" w="sm" type="none"/>
          </a:ln>
        </p:spPr>
      </p:cxnSp>
      <p:sp>
        <p:nvSpPr>
          <p:cNvPr id="122" name="Google Shape;122;p18"/>
          <p:cNvSpPr/>
          <p:nvPr>
            <p:ph idx="2" type="pic"/>
          </p:nvPr>
        </p:nvSpPr>
        <p:spPr>
          <a:xfrm>
            <a:off x="440400" y="1725300"/>
            <a:ext cx="1269600" cy="1269000"/>
          </a:xfrm>
          <a:prstGeom prst="roundRect">
            <a:avLst>
              <a:gd fmla="val 50000" name="adj"/>
            </a:avLst>
          </a:prstGeom>
          <a:noFill/>
          <a:ln>
            <a:noFill/>
          </a:ln>
        </p:spPr>
      </p:sp>
      <p:sp>
        <p:nvSpPr>
          <p:cNvPr id="123" name="Google Shape;123;p18"/>
          <p:cNvSpPr txBox="1"/>
          <p:nvPr>
            <p:ph type="title"/>
          </p:nvPr>
        </p:nvSpPr>
        <p:spPr>
          <a:xfrm>
            <a:off x="436725" y="457200"/>
            <a:ext cx="40884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124" name="Google Shape;124;p18"/>
          <p:cNvSpPr txBox="1"/>
          <p:nvPr>
            <p:ph idx="1" type="body"/>
          </p:nvPr>
        </p:nvSpPr>
        <p:spPr>
          <a:xfrm>
            <a:off x="436800"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Char char="●"/>
              <a:defRPr>
                <a:solidFill>
                  <a:schemeClr val="lt1"/>
                </a:solidFill>
              </a:defRPr>
            </a:lvl1pPr>
            <a:lvl2pPr indent="-292100" lvl="1" marL="914400" algn="l">
              <a:lnSpc>
                <a:spcPct val="100000"/>
              </a:lnSpc>
              <a:spcBef>
                <a:spcPts val="0"/>
              </a:spcBef>
              <a:spcAft>
                <a:spcPts val="0"/>
              </a:spcAft>
              <a:buClr>
                <a:schemeClr val="lt1"/>
              </a:buClr>
              <a:buSzPts val="1000"/>
              <a:buChar char="○"/>
              <a:defRPr>
                <a:solidFill>
                  <a:schemeClr val="lt1"/>
                </a:solidFill>
              </a:defRPr>
            </a:lvl2pPr>
            <a:lvl3pPr indent="-292100" lvl="2" marL="1371600" algn="l">
              <a:lnSpc>
                <a:spcPct val="100000"/>
              </a:lnSpc>
              <a:spcBef>
                <a:spcPts val="0"/>
              </a:spcBef>
              <a:spcAft>
                <a:spcPts val="0"/>
              </a:spcAft>
              <a:buClr>
                <a:schemeClr val="lt1"/>
              </a:buClr>
              <a:buSzPts val="1000"/>
              <a:buChar char="■"/>
              <a:defRPr>
                <a:solidFill>
                  <a:schemeClr val="lt1"/>
                </a:solidFill>
              </a:defRPr>
            </a:lvl3pPr>
            <a:lvl4pPr indent="-292100" lvl="3" marL="1828800" algn="l">
              <a:lnSpc>
                <a:spcPct val="100000"/>
              </a:lnSpc>
              <a:spcBef>
                <a:spcPts val="0"/>
              </a:spcBef>
              <a:spcAft>
                <a:spcPts val="0"/>
              </a:spcAft>
              <a:buClr>
                <a:schemeClr val="lt1"/>
              </a:buClr>
              <a:buSzPts val="1000"/>
              <a:buChar char="●"/>
              <a:defRPr>
                <a:solidFill>
                  <a:schemeClr val="lt1"/>
                </a:solidFill>
              </a:defRPr>
            </a:lvl4pPr>
            <a:lvl5pPr indent="-292100" lvl="4" marL="2286000" algn="l">
              <a:lnSpc>
                <a:spcPct val="100000"/>
              </a:lnSpc>
              <a:spcBef>
                <a:spcPts val="0"/>
              </a:spcBef>
              <a:spcAft>
                <a:spcPts val="0"/>
              </a:spcAft>
              <a:buClr>
                <a:schemeClr val="lt1"/>
              </a:buClr>
              <a:buSzPts val="1000"/>
              <a:buChar char="○"/>
              <a:defRPr>
                <a:solidFill>
                  <a:schemeClr val="lt1"/>
                </a:solidFill>
              </a:defRPr>
            </a:lvl5pPr>
            <a:lvl6pPr indent="-292100" lvl="5" marL="2743200" algn="l">
              <a:lnSpc>
                <a:spcPct val="100000"/>
              </a:lnSpc>
              <a:spcBef>
                <a:spcPts val="0"/>
              </a:spcBef>
              <a:spcAft>
                <a:spcPts val="0"/>
              </a:spcAft>
              <a:buClr>
                <a:schemeClr val="lt1"/>
              </a:buClr>
              <a:buSzPts val="1000"/>
              <a:buChar char="■"/>
              <a:defRPr>
                <a:solidFill>
                  <a:schemeClr val="lt1"/>
                </a:solidFill>
              </a:defRPr>
            </a:lvl6pPr>
            <a:lvl7pPr indent="-292100" lvl="6" marL="3200400" algn="l">
              <a:lnSpc>
                <a:spcPct val="100000"/>
              </a:lnSpc>
              <a:spcBef>
                <a:spcPts val="0"/>
              </a:spcBef>
              <a:spcAft>
                <a:spcPts val="0"/>
              </a:spcAft>
              <a:buClr>
                <a:schemeClr val="lt1"/>
              </a:buClr>
              <a:buSzPts val="1000"/>
              <a:buChar char="●"/>
              <a:defRPr>
                <a:solidFill>
                  <a:schemeClr val="lt1"/>
                </a:solidFill>
              </a:defRPr>
            </a:lvl7pPr>
            <a:lvl8pPr indent="-292100" lvl="7" marL="3657600" algn="l">
              <a:lnSpc>
                <a:spcPct val="100000"/>
              </a:lnSpc>
              <a:spcBef>
                <a:spcPts val="0"/>
              </a:spcBef>
              <a:spcAft>
                <a:spcPts val="0"/>
              </a:spcAft>
              <a:buClr>
                <a:schemeClr val="lt1"/>
              </a:buClr>
              <a:buSzPts val="1000"/>
              <a:buChar char="○"/>
              <a:defRPr>
                <a:solidFill>
                  <a:schemeClr val="lt1"/>
                </a:solidFill>
              </a:defRPr>
            </a:lvl8pPr>
            <a:lvl9pPr indent="-292100" lvl="8" marL="4114800" algn="l">
              <a:lnSpc>
                <a:spcPct val="100000"/>
              </a:lnSpc>
              <a:spcBef>
                <a:spcPts val="0"/>
              </a:spcBef>
              <a:spcAft>
                <a:spcPts val="0"/>
              </a:spcAft>
              <a:buClr>
                <a:schemeClr val="lt1"/>
              </a:buClr>
              <a:buSzPts val="1000"/>
              <a:buChar char="■"/>
              <a:defRPr>
                <a:solidFill>
                  <a:schemeClr val="lt1"/>
                </a:solidFill>
              </a:defRPr>
            </a:lvl9pPr>
          </a:lstStyle>
          <a:p/>
        </p:txBody>
      </p:sp>
      <p:sp>
        <p:nvSpPr>
          <p:cNvPr id="125" name="Google Shape;125;p18"/>
          <p:cNvSpPr txBox="1"/>
          <p:nvPr>
            <p:ph idx="3" type="subTitle"/>
          </p:nvPr>
        </p:nvSpPr>
        <p:spPr>
          <a:xfrm>
            <a:off x="436725"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26" name="Google Shape;126;p18"/>
          <p:cNvSpPr txBox="1"/>
          <p:nvPr>
            <p:ph idx="4" type="subTitle"/>
          </p:nvPr>
        </p:nvSpPr>
        <p:spPr>
          <a:xfrm>
            <a:off x="436725"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27" name="Google Shape;127;p18"/>
          <p:cNvSpPr txBox="1"/>
          <p:nvPr>
            <p:ph idx="5" type="body"/>
          </p:nvPr>
        </p:nvSpPr>
        <p:spPr>
          <a:xfrm>
            <a:off x="1832019"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28" name="Google Shape;128;p18"/>
          <p:cNvSpPr txBox="1"/>
          <p:nvPr>
            <p:ph idx="6" type="subTitle"/>
          </p:nvPr>
        </p:nvSpPr>
        <p:spPr>
          <a:xfrm>
            <a:off x="1831944"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29" name="Google Shape;129;p18"/>
          <p:cNvSpPr txBox="1"/>
          <p:nvPr>
            <p:ph idx="7" type="subTitle"/>
          </p:nvPr>
        </p:nvSpPr>
        <p:spPr>
          <a:xfrm>
            <a:off x="1831944"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0" name="Google Shape;130;p18"/>
          <p:cNvSpPr txBox="1"/>
          <p:nvPr>
            <p:ph idx="8" type="body"/>
          </p:nvPr>
        </p:nvSpPr>
        <p:spPr>
          <a:xfrm>
            <a:off x="322724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31" name="Google Shape;131;p18"/>
          <p:cNvSpPr txBox="1"/>
          <p:nvPr>
            <p:ph idx="9" type="subTitle"/>
          </p:nvPr>
        </p:nvSpPr>
        <p:spPr>
          <a:xfrm>
            <a:off x="322716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2" name="Google Shape;132;p18"/>
          <p:cNvSpPr txBox="1"/>
          <p:nvPr>
            <p:ph idx="13" type="subTitle"/>
          </p:nvPr>
        </p:nvSpPr>
        <p:spPr>
          <a:xfrm>
            <a:off x="322716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3" name="Google Shape;133;p18"/>
          <p:cNvSpPr txBox="1"/>
          <p:nvPr>
            <p:ph idx="14" type="body"/>
          </p:nvPr>
        </p:nvSpPr>
        <p:spPr>
          <a:xfrm>
            <a:off x="4609566"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34" name="Google Shape;134;p18"/>
          <p:cNvSpPr txBox="1"/>
          <p:nvPr>
            <p:ph idx="15" type="subTitle"/>
          </p:nvPr>
        </p:nvSpPr>
        <p:spPr>
          <a:xfrm>
            <a:off x="4609491"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5" name="Google Shape;135;p18"/>
          <p:cNvSpPr txBox="1"/>
          <p:nvPr>
            <p:ph idx="16" type="subTitle"/>
          </p:nvPr>
        </p:nvSpPr>
        <p:spPr>
          <a:xfrm>
            <a:off x="4609491"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6" name="Google Shape;136;p18"/>
          <p:cNvSpPr txBox="1"/>
          <p:nvPr>
            <p:ph idx="17" type="body"/>
          </p:nvPr>
        </p:nvSpPr>
        <p:spPr>
          <a:xfrm>
            <a:off x="601173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37" name="Google Shape;137;p18"/>
          <p:cNvSpPr txBox="1"/>
          <p:nvPr>
            <p:ph idx="18" type="subTitle"/>
          </p:nvPr>
        </p:nvSpPr>
        <p:spPr>
          <a:xfrm>
            <a:off x="601165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8" name="Google Shape;138;p18"/>
          <p:cNvSpPr txBox="1"/>
          <p:nvPr>
            <p:ph idx="19" type="subTitle"/>
          </p:nvPr>
        </p:nvSpPr>
        <p:spPr>
          <a:xfrm>
            <a:off x="601165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9" name="Google Shape;139;p18"/>
          <p:cNvSpPr txBox="1"/>
          <p:nvPr>
            <p:ph idx="20" type="body"/>
          </p:nvPr>
        </p:nvSpPr>
        <p:spPr>
          <a:xfrm>
            <a:off x="741388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40" name="Google Shape;140;p18"/>
          <p:cNvSpPr txBox="1"/>
          <p:nvPr>
            <p:ph idx="21" type="subTitle"/>
          </p:nvPr>
        </p:nvSpPr>
        <p:spPr>
          <a:xfrm>
            <a:off x="741380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41" name="Google Shape;141;p18"/>
          <p:cNvSpPr txBox="1"/>
          <p:nvPr>
            <p:ph idx="22" type="subTitle"/>
          </p:nvPr>
        </p:nvSpPr>
        <p:spPr>
          <a:xfrm>
            <a:off x="741380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42" name="Google Shape;142;p18"/>
          <p:cNvSpPr/>
          <p:nvPr>
            <p:ph idx="23" type="pic"/>
          </p:nvPr>
        </p:nvSpPr>
        <p:spPr>
          <a:xfrm>
            <a:off x="1832563" y="1725300"/>
            <a:ext cx="1269600" cy="1269000"/>
          </a:xfrm>
          <a:prstGeom prst="roundRect">
            <a:avLst>
              <a:gd fmla="val 50000" name="adj"/>
            </a:avLst>
          </a:prstGeom>
          <a:noFill/>
          <a:ln>
            <a:noFill/>
          </a:ln>
        </p:spPr>
      </p:sp>
      <p:sp>
        <p:nvSpPr>
          <p:cNvPr id="143" name="Google Shape;143;p18"/>
          <p:cNvSpPr/>
          <p:nvPr>
            <p:ph idx="24" type="pic"/>
          </p:nvPr>
        </p:nvSpPr>
        <p:spPr>
          <a:xfrm>
            <a:off x="3225625" y="1725300"/>
            <a:ext cx="1269600" cy="1269000"/>
          </a:xfrm>
          <a:prstGeom prst="roundRect">
            <a:avLst>
              <a:gd fmla="val 50000" name="adj"/>
            </a:avLst>
          </a:prstGeom>
          <a:noFill/>
          <a:ln>
            <a:noFill/>
          </a:ln>
        </p:spPr>
      </p:sp>
      <p:sp>
        <p:nvSpPr>
          <p:cNvPr id="144" name="Google Shape;144;p18"/>
          <p:cNvSpPr/>
          <p:nvPr>
            <p:ph idx="25" type="pic"/>
          </p:nvPr>
        </p:nvSpPr>
        <p:spPr>
          <a:xfrm>
            <a:off x="4619163" y="1725300"/>
            <a:ext cx="1269600" cy="1269000"/>
          </a:xfrm>
          <a:prstGeom prst="roundRect">
            <a:avLst>
              <a:gd fmla="val 50000" name="adj"/>
            </a:avLst>
          </a:prstGeom>
          <a:noFill/>
          <a:ln>
            <a:noFill/>
          </a:ln>
        </p:spPr>
      </p:sp>
      <p:sp>
        <p:nvSpPr>
          <p:cNvPr id="145" name="Google Shape;145;p18"/>
          <p:cNvSpPr/>
          <p:nvPr>
            <p:ph idx="26" type="pic"/>
          </p:nvPr>
        </p:nvSpPr>
        <p:spPr>
          <a:xfrm>
            <a:off x="6012925" y="1725300"/>
            <a:ext cx="1269600" cy="1269000"/>
          </a:xfrm>
          <a:prstGeom prst="roundRect">
            <a:avLst>
              <a:gd fmla="val 50000" name="adj"/>
            </a:avLst>
          </a:prstGeom>
          <a:noFill/>
          <a:ln>
            <a:noFill/>
          </a:ln>
        </p:spPr>
      </p:sp>
      <p:sp>
        <p:nvSpPr>
          <p:cNvPr id="146" name="Google Shape;146;p18"/>
          <p:cNvSpPr/>
          <p:nvPr>
            <p:ph idx="27" type="pic"/>
          </p:nvPr>
        </p:nvSpPr>
        <p:spPr>
          <a:xfrm>
            <a:off x="7406675" y="1725300"/>
            <a:ext cx="1269600" cy="1269000"/>
          </a:xfrm>
          <a:prstGeom prst="roundRect">
            <a:avLst>
              <a:gd fmla="val 50000" name="adj"/>
            </a:avLst>
          </a:prstGeom>
          <a:noFill/>
          <a:ln>
            <a:noFill/>
          </a:ln>
        </p:spPr>
      </p:sp>
      <p:sp>
        <p:nvSpPr>
          <p:cNvPr id="147" name="Google Shape;147;p18"/>
          <p:cNvSpPr/>
          <p:nvPr/>
        </p:nvSpPr>
        <p:spPr>
          <a:xfrm>
            <a:off x="5592475" y="-26"/>
            <a:ext cx="1392900" cy="1392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48" name="Google Shape;148;p1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49" name="Google Shape;149;p18"/>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150" name="Google Shape;150;p18"/>
          <p:cNvSpPr txBox="1"/>
          <p:nvPr>
            <p:ph idx="28"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151" name="Google Shape;151;p18"/>
          <p:cNvSpPr txBox="1"/>
          <p:nvPr>
            <p:ph idx="29"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Alt 1">
  <p:cSld name="CUSTOM_5">
    <p:bg>
      <p:bgPr>
        <a:solidFill>
          <a:schemeClr val="lt2"/>
        </a:solidFill>
      </p:bgPr>
    </p:bg>
    <p:spTree>
      <p:nvGrpSpPr>
        <p:cNvPr id="152" name="Shape 152"/>
        <p:cNvGrpSpPr/>
        <p:nvPr/>
      </p:nvGrpSpPr>
      <p:grpSpPr>
        <a:xfrm>
          <a:off x="0" y="0"/>
          <a:ext cx="0" cy="0"/>
          <a:chOff x="0" y="0"/>
          <a:chExt cx="0" cy="0"/>
        </a:xfrm>
      </p:grpSpPr>
      <p:grpSp>
        <p:nvGrpSpPr>
          <p:cNvPr id="153" name="Google Shape;153;p19"/>
          <p:cNvGrpSpPr/>
          <p:nvPr/>
        </p:nvGrpSpPr>
        <p:grpSpPr>
          <a:xfrm>
            <a:off x="-3059650" y="1891300"/>
            <a:ext cx="7160400" cy="7160400"/>
            <a:chOff x="-3059650" y="1891300"/>
            <a:chExt cx="7160400" cy="7160400"/>
          </a:xfrm>
        </p:grpSpPr>
        <p:sp>
          <p:nvSpPr>
            <p:cNvPr id="154" name="Google Shape;154;p19"/>
            <p:cNvSpPr/>
            <p:nvPr/>
          </p:nvSpPr>
          <p:spPr>
            <a:xfrm flipH="1" rot="5400000">
              <a:off x="-3059650" y="1891300"/>
              <a:ext cx="7160400" cy="7160400"/>
            </a:xfrm>
            <a:prstGeom prst="arc">
              <a:avLst>
                <a:gd fmla="val 16510262" name="adj1"/>
                <a:gd fmla="val 503275"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55" name="Google Shape;155;p19"/>
            <p:cNvSpPr/>
            <p:nvPr/>
          </p:nvSpPr>
          <p:spPr>
            <a:xfrm flipH="1" rot="5400000">
              <a:off x="-1851199" y="3109695"/>
              <a:ext cx="4734900" cy="4735200"/>
            </a:xfrm>
            <a:prstGeom prst="arc">
              <a:avLst>
                <a:gd fmla="val 16677462"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56" name="Google Shape;156;p19"/>
            <p:cNvSpPr/>
            <p:nvPr/>
          </p:nvSpPr>
          <p:spPr>
            <a:xfrm flipH="1" rot="5400000">
              <a:off x="-624715" y="4328872"/>
              <a:ext cx="2290500" cy="2290800"/>
            </a:xfrm>
            <a:prstGeom prst="arc">
              <a:avLst>
                <a:gd fmla="val 1720128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57" name="Google Shape;157;p19"/>
            <p:cNvSpPr/>
            <p:nvPr/>
          </p:nvSpPr>
          <p:spPr>
            <a:xfrm>
              <a:off x="558070" y="1956378"/>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cxnSp>
          <p:nvCxnSpPr>
            <p:cNvPr id="158" name="Google Shape;158;p19"/>
            <p:cNvCxnSpPr/>
            <p:nvPr/>
          </p:nvCxnSpPr>
          <p:spPr>
            <a:xfrm>
              <a:off x="0" y="3109875"/>
              <a:ext cx="520500" cy="0"/>
            </a:xfrm>
            <a:prstGeom prst="straightConnector1">
              <a:avLst/>
            </a:prstGeom>
            <a:noFill/>
            <a:ln cap="flat" cmpd="sng" w="9525">
              <a:solidFill>
                <a:schemeClr val="accent1"/>
              </a:solidFill>
              <a:prstDash val="solid"/>
              <a:round/>
              <a:headEnd len="sm" w="sm" type="none"/>
              <a:tailEnd len="sm" w="sm" type="none"/>
            </a:ln>
          </p:spPr>
        </p:cxnSp>
        <p:cxnSp>
          <p:nvCxnSpPr>
            <p:cNvPr id="159" name="Google Shape;159;p19"/>
            <p:cNvCxnSpPr/>
            <p:nvPr/>
          </p:nvCxnSpPr>
          <p:spPr>
            <a:xfrm>
              <a:off x="0" y="4328375"/>
              <a:ext cx="520500" cy="0"/>
            </a:xfrm>
            <a:prstGeom prst="straightConnector1">
              <a:avLst/>
            </a:prstGeom>
            <a:noFill/>
            <a:ln cap="flat" cmpd="sng" w="9525">
              <a:solidFill>
                <a:schemeClr val="accent1"/>
              </a:solidFill>
              <a:prstDash val="solid"/>
              <a:round/>
              <a:headEnd len="sm" w="sm" type="none"/>
              <a:tailEnd len="sm" w="sm" type="none"/>
            </a:ln>
          </p:spPr>
        </p:cxnSp>
        <p:sp>
          <p:nvSpPr>
            <p:cNvPr id="160" name="Google Shape;160;p19"/>
            <p:cNvSpPr/>
            <p:nvPr/>
          </p:nvSpPr>
          <p:spPr>
            <a:xfrm>
              <a:off x="2686054" y="3808633"/>
              <a:ext cx="1218300" cy="12183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161" name="Google Shape;161;p19"/>
          <p:cNvSpPr txBox="1"/>
          <p:nvPr>
            <p:ph type="title"/>
          </p:nvPr>
        </p:nvSpPr>
        <p:spPr>
          <a:xfrm>
            <a:off x="436725" y="647525"/>
            <a:ext cx="32514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162" name="Google Shape;162;p19"/>
          <p:cNvSpPr/>
          <p:nvPr>
            <p:ph idx="2" type="pic"/>
          </p:nvPr>
        </p:nvSpPr>
        <p:spPr>
          <a:xfrm>
            <a:off x="4513350" y="1077191"/>
            <a:ext cx="1269600" cy="1269000"/>
          </a:xfrm>
          <a:prstGeom prst="roundRect">
            <a:avLst>
              <a:gd fmla="val 50000" name="adj"/>
            </a:avLst>
          </a:prstGeom>
          <a:noFill/>
          <a:ln>
            <a:noFill/>
          </a:ln>
        </p:spPr>
      </p:sp>
      <p:sp>
        <p:nvSpPr>
          <p:cNvPr id="163" name="Google Shape;163;p19"/>
          <p:cNvSpPr txBox="1"/>
          <p:nvPr>
            <p:ph idx="1" type="subTitle"/>
          </p:nvPr>
        </p:nvSpPr>
        <p:spPr>
          <a:xfrm>
            <a:off x="4509675"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64" name="Google Shape;164;p19"/>
          <p:cNvSpPr txBox="1"/>
          <p:nvPr>
            <p:ph idx="3" type="subTitle"/>
          </p:nvPr>
        </p:nvSpPr>
        <p:spPr>
          <a:xfrm>
            <a:off x="4509675"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65" name="Google Shape;165;p19"/>
          <p:cNvSpPr/>
          <p:nvPr>
            <p:ph idx="4" type="pic"/>
          </p:nvPr>
        </p:nvSpPr>
        <p:spPr>
          <a:xfrm>
            <a:off x="5966983" y="1077191"/>
            <a:ext cx="1269600" cy="1269000"/>
          </a:xfrm>
          <a:prstGeom prst="roundRect">
            <a:avLst>
              <a:gd fmla="val 50000" name="adj"/>
            </a:avLst>
          </a:prstGeom>
          <a:noFill/>
          <a:ln>
            <a:noFill/>
          </a:ln>
        </p:spPr>
      </p:sp>
      <p:sp>
        <p:nvSpPr>
          <p:cNvPr id="166" name="Google Shape;166;p19"/>
          <p:cNvSpPr txBox="1"/>
          <p:nvPr>
            <p:ph idx="5" type="subTitle"/>
          </p:nvPr>
        </p:nvSpPr>
        <p:spPr>
          <a:xfrm>
            <a:off x="5963308"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67" name="Google Shape;167;p19"/>
          <p:cNvSpPr txBox="1"/>
          <p:nvPr>
            <p:ph idx="6" type="subTitle"/>
          </p:nvPr>
        </p:nvSpPr>
        <p:spPr>
          <a:xfrm>
            <a:off x="5963308"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68" name="Google Shape;168;p19"/>
          <p:cNvSpPr/>
          <p:nvPr>
            <p:ph idx="7" type="pic"/>
          </p:nvPr>
        </p:nvSpPr>
        <p:spPr>
          <a:xfrm>
            <a:off x="7397695" y="1077191"/>
            <a:ext cx="1269600" cy="1269000"/>
          </a:xfrm>
          <a:prstGeom prst="roundRect">
            <a:avLst>
              <a:gd fmla="val 50000" name="adj"/>
            </a:avLst>
          </a:prstGeom>
          <a:noFill/>
          <a:ln>
            <a:noFill/>
          </a:ln>
        </p:spPr>
      </p:sp>
      <p:sp>
        <p:nvSpPr>
          <p:cNvPr id="169" name="Google Shape;169;p19"/>
          <p:cNvSpPr txBox="1"/>
          <p:nvPr>
            <p:ph idx="8" type="subTitle"/>
          </p:nvPr>
        </p:nvSpPr>
        <p:spPr>
          <a:xfrm>
            <a:off x="7394020"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0" name="Google Shape;170;p19"/>
          <p:cNvSpPr txBox="1"/>
          <p:nvPr>
            <p:ph idx="9" type="subTitle"/>
          </p:nvPr>
        </p:nvSpPr>
        <p:spPr>
          <a:xfrm>
            <a:off x="7394020"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1" name="Google Shape;171;p19"/>
          <p:cNvSpPr/>
          <p:nvPr>
            <p:ph idx="13" type="pic"/>
          </p:nvPr>
        </p:nvSpPr>
        <p:spPr>
          <a:xfrm>
            <a:off x="4513350" y="3224051"/>
            <a:ext cx="1269600" cy="1269000"/>
          </a:xfrm>
          <a:prstGeom prst="roundRect">
            <a:avLst>
              <a:gd fmla="val 50000" name="adj"/>
            </a:avLst>
          </a:prstGeom>
          <a:noFill/>
          <a:ln>
            <a:noFill/>
          </a:ln>
        </p:spPr>
      </p:sp>
      <p:sp>
        <p:nvSpPr>
          <p:cNvPr id="172" name="Google Shape;172;p19"/>
          <p:cNvSpPr txBox="1"/>
          <p:nvPr>
            <p:ph idx="14" type="subTitle"/>
          </p:nvPr>
        </p:nvSpPr>
        <p:spPr>
          <a:xfrm>
            <a:off x="4509675"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3" name="Google Shape;173;p19"/>
          <p:cNvSpPr txBox="1"/>
          <p:nvPr>
            <p:ph idx="15" type="subTitle"/>
          </p:nvPr>
        </p:nvSpPr>
        <p:spPr>
          <a:xfrm>
            <a:off x="4509675"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4" name="Google Shape;174;p19"/>
          <p:cNvSpPr/>
          <p:nvPr>
            <p:ph idx="16" type="pic"/>
          </p:nvPr>
        </p:nvSpPr>
        <p:spPr>
          <a:xfrm>
            <a:off x="5966983" y="3224051"/>
            <a:ext cx="1269600" cy="1269000"/>
          </a:xfrm>
          <a:prstGeom prst="roundRect">
            <a:avLst>
              <a:gd fmla="val 50000" name="adj"/>
            </a:avLst>
          </a:prstGeom>
          <a:noFill/>
          <a:ln>
            <a:noFill/>
          </a:ln>
        </p:spPr>
      </p:sp>
      <p:sp>
        <p:nvSpPr>
          <p:cNvPr id="175" name="Google Shape;175;p19"/>
          <p:cNvSpPr txBox="1"/>
          <p:nvPr>
            <p:ph idx="17" type="subTitle"/>
          </p:nvPr>
        </p:nvSpPr>
        <p:spPr>
          <a:xfrm>
            <a:off x="5963308"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6" name="Google Shape;176;p19"/>
          <p:cNvSpPr txBox="1"/>
          <p:nvPr>
            <p:ph idx="18" type="subTitle"/>
          </p:nvPr>
        </p:nvSpPr>
        <p:spPr>
          <a:xfrm>
            <a:off x="5963308"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7" name="Google Shape;177;p19"/>
          <p:cNvSpPr/>
          <p:nvPr>
            <p:ph idx="19" type="pic"/>
          </p:nvPr>
        </p:nvSpPr>
        <p:spPr>
          <a:xfrm>
            <a:off x="7397695" y="3224051"/>
            <a:ext cx="1269600" cy="1269000"/>
          </a:xfrm>
          <a:prstGeom prst="roundRect">
            <a:avLst>
              <a:gd fmla="val 50000" name="adj"/>
            </a:avLst>
          </a:prstGeom>
          <a:noFill/>
          <a:ln>
            <a:noFill/>
          </a:ln>
        </p:spPr>
      </p:sp>
      <p:sp>
        <p:nvSpPr>
          <p:cNvPr id="178" name="Google Shape;178;p19"/>
          <p:cNvSpPr txBox="1"/>
          <p:nvPr>
            <p:ph idx="20" type="subTitle"/>
          </p:nvPr>
        </p:nvSpPr>
        <p:spPr>
          <a:xfrm>
            <a:off x="7394020"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9" name="Google Shape;179;p19"/>
          <p:cNvSpPr txBox="1"/>
          <p:nvPr>
            <p:ph idx="21" type="subTitle"/>
          </p:nvPr>
        </p:nvSpPr>
        <p:spPr>
          <a:xfrm>
            <a:off x="7394020"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cxnSp>
        <p:nvCxnSpPr>
          <p:cNvPr id="180" name="Google Shape;180;p19"/>
          <p:cNvCxnSpPr/>
          <p:nvPr/>
        </p:nvCxnSpPr>
        <p:spPr>
          <a:xfrm>
            <a:off x="4100759" y="-7950"/>
            <a:ext cx="0" cy="5159400"/>
          </a:xfrm>
          <a:prstGeom prst="straightConnector1">
            <a:avLst/>
          </a:prstGeom>
          <a:noFill/>
          <a:ln cap="flat" cmpd="sng" w="9525">
            <a:solidFill>
              <a:schemeClr val="accent1"/>
            </a:solidFill>
            <a:prstDash val="solid"/>
            <a:round/>
            <a:headEnd len="sm" w="sm" type="none"/>
            <a:tailEnd len="sm" w="sm" type="none"/>
          </a:ln>
        </p:spPr>
      </p:cxnSp>
      <p:sp>
        <p:nvSpPr>
          <p:cNvPr id="181" name="Google Shape;181;p1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82" name="Google Shape;182;p19"/>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183" name="Google Shape;183;p19"/>
          <p:cNvSpPr txBox="1"/>
          <p:nvPr>
            <p:ph idx="2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184" name="Google Shape;184;p19"/>
          <p:cNvSpPr txBox="1"/>
          <p:nvPr>
            <p:ph idx="2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CUSTOM_3">
    <p:bg>
      <p:bgPr>
        <a:solidFill>
          <a:schemeClr val="lt2"/>
        </a:solidFill>
      </p:bgPr>
    </p:bg>
    <p:spTree>
      <p:nvGrpSpPr>
        <p:cNvPr id="185" name="Shape 185"/>
        <p:cNvGrpSpPr/>
        <p:nvPr/>
      </p:nvGrpSpPr>
      <p:grpSpPr>
        <a:xfrm>
          <a:off x="0" y="0"/>
          <a:ext cx="0" cy="0"/>
          <a:chOff x="0" y="0"/>
          <a:chExt cx="0" cy="0"/>
        </a:xfrm>
      </p:grpSpPr>
      <p:grpSp>
        <p:nvGrpSpPr>
          <p:cNvPr id="186" name="Google Shape;186;p20"/>
          <p:cNvGrpSpPr/>
          <p:nvPr/>
        </p:nvGrpSpPr>
        <p:grpSpPr>
          <a:xfrm>
            <a:off x="1108912" y="-888525"/>
            <a:ext cx="6928500" cy="6928500"/>
            <a:chOff x="1108912" y="-888525"/>
            <a:chExt cx="6928500" cy="6928500"/>
          </a:xfrm>
        </p:grpSpPr>
        <p:sp>
          <p:nvSpPr>
            <p:cNvPr id="187" name="Google Shape;187;p20"/>
            <p:cNvSpPr/>
            <p:nvPr/>
          </p:nvSpPr>
          <p:spPr>
            <a:xfrm flipH="1"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88" name="Google Shape;188;p20"/>
            <p:cNvSpPr/>
            <p:nvPr/>
          </p:nvSpPr>
          <p:spPr>
            <a:xfrm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89" name="Google Shape;189;p20"/>
            <p:cNvSpPr/>
            <p:nvPr/>
          </p:nvSpPr>
          <p:spPr>
            <a:xfrm rot="-5400000">
              <a:off x="1702778" y="-307275"/>
              <a:ext cx="5766000" cy="5766000"/>
            </a:xfrm>
            <a:prstGeom prst="arc">
              <a:avLst>
                <a:gd fmla="val 12406996" name="adj1"/>
                <a:gd fmla="val 2001719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0" name="Google Shape;190;p20"/>
            <p:cNvSpPr/>
            <p:nvPr/>
          </p:nvSpPr>
          <p:spPr>
            <a:xfrm flipH="1" rot="5400000">
              <a:off x="1690162" y="-307275"/>
              <a:ext cx="5766000" cy="5766000"/>
            </a:xfrm>
            <a:prstGeom prst="arc">
              <a:avLst>
                <a:gd fmla="val 12413905" name="adj1"/>
                <a:gd fmla="val 20023999"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91" name="Google Shape;191;p20"/>
            <p:cNvSpPr/>
            <p:nvPr/>
          </p:nvSpPr>
          <p:spPr>
            <a:xfrm>
              <a:off x="1111750" y="227805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2" name="Google Shape;192;p20"/>
            <p:cNvSpPr/>
            <p:nvPr/>
          </p:nvSpPr>
          <p:spPr>
            <a:xfrm>
              <a:off x="2535025" y="38400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3" name="Google Shape;193;p20"/>
            <p:cNvSpPr/>
            <p:nvPr/>
          </p:nvSpPr>
          <p:spPr>
            <a:xfrm>
              <a:off x="6142273" y="4078071"/>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4" name="Google Shape;194;p20"/>
            <p:cNvSpPr/>
            <p:nvPr/>
          </p:nvSpPr>
          <p:spPr>
            <a:xfrm>
              <a:off x="7262625" y="1194175"/>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195" name="Google Shape;195;p20"/>
          <p:cNvSpPr/>
          <p:nvPr/>
        </p:nvSpPr>
        <p:spPr>
          <a:xfrm>
            <a:off x="2296450" y="286150"/>
            <a:ext cx="4571100" cy="457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6" name="Google Shape;196;p20"/>
          <p:cNvSpPr txBox="1"/>
          <p:nvPr>
            <p:ph idx="1" type="subTitle"/>
          </p:nvPr>
        </p:nvSpPr>
        <p:spPr>
          <a:xfrm>
            <a:off x="3212350" y="1345755"/>
            <a:ext cx="2719200" cy="231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200"/>
              <a:buFont typeface="IBM Plex Sans"/>
              <a:buNone/>
              <a:defRPr sz="1200"/>
            </a:lvl1pPr>
            <a:lvl2pPr lvl="1" algn="ctr">
              <a:lnSpc>
                <a:spcPct val="100000"/>
              </a:lnSpc>
              <a:spcBef>
                <a:spcPts val="0"/>
              </a:spcBef>
              <a:spcAft>
                <a:spcPts val="0"/>
              </a:spcAft>
              <a:buClr>
                <a:schemeClr val="dk1"/>
              </a:buClr>
              <a:buSzPts val="1200"/>
              <a:buFont typeface="IBM Plex Sans"/>
              <a:buNone/>
              <a:defRPr sz="1200">
                <a:solidFill>
                  <a:schemeClr val="dk1"/>
                </a:solidFill>
              </a:defRPr>
            </a:lvl2pPr>
            <a:lvl3pPr lvl="2" algn="ctr">
              <a:lnSpc>
                <a:spcPct val="100000"/>
              </a:lnSpc>
              <a:spcBef>
                <a:spcPts val="0"/>
              </a:spcBef>
              <a:spcAft>
                <a:spcPts val="0"/>
              </a:spcAft>
              <a:buClr>
                <a:schemeClr val="dk1"/>
              </a:buClr>
              <a:buSzPts val="1200"/>
              <a:buFont typeface="IBM Plex Sans"/>
              <a:buNone/>
              <a:defRPr sz="1200">
                <a:solidFill>
                  <a:schemeClr val="dk1"/>
                </a:solidFill>
              </a:defRPr>
            </a:lvl3pPr>
            <a:lvl4pPr lvl="3" algn="ctr">
              <a:lnSpc>
                <a:spcPct val="100000"/>
              </a:lnSpc>
              <a:spcBef>
                <a:spcPts val="0"/>
              </a:spcBef>
              <a:spcAft>
                <a:spcPts val="0"/>
              </a:spcAft>
              <a:buClr>
                <a:schemeClr val="dk1"/>
              </a:buClr>
              <a:buSzPts val="1200"/>
              <a:buFont typeface="IBM Plex Sans"/>
              <a:buNone/>
              <a:defRPr sz="1200">
                <a:solidFill>
                  <a:schemeClr val="dk1"/>
                </a:solidFill>
              </a:defRPr>
            </a:lvl4pPr>
            <a:lvl5pPr lvl="4" algn="ctr">
              <a:lnSpc>
                <a:spcPct val="100000"/>
              </a:lnSpc>
              <a:spcBef>
                <a:spcPts val="0"/>
              </a:spcBef>
              <a:spcAft>
                <a:spcPts val="0"/>
              </a:spcAft>
              <a:buClr>
                <a:schemeClr val="dk1"/>
              </a:buClr>
              <a:buSzPts val="1200"/>
              <a:buFont typeface="IBM Plex Sans"/>
              <a:buNone/>
              <a:defRPr sz="1200">
                <a:solidFill>
                  <a:schemeClr val="dk1"/>
                </a:solidFill>
              </a:defRPr>
            </a:lvl5pPr>
            <a:lvl6pPr lvl="5" algn="ctr">
              <a:lnSpc>
                <a:spcPct val="100000"/>
              </a:lnSpc>
              <a:spcBef>
                <a:spcPts val="0"/>
              </a:spcBef>
              <a:spcAft>
                <a:spcPts val="0"/>
              </a:spcAft>
              <a:buClr>
                <a:schemeClr val="dk1"/>
              </a:buClr>
              <a:buSzPts val="1200"/>
              <a:buFont typeface="IBM Plex Sans"/>
              <a:buNone/>
              <a:defRPr sz="1200">
                <a:solidFill>
                  <a:schemeClr val="dk1"/>
                </a:solidFill>
              </a:defRPr>
            </a:lvl6pPr>
            <a:lvl7pPr lvl="6" algn="ctr">
              <a:lnSpc>
                <a:spcPct val="100000"/>
              </a:lnSpc>
              <a:spcBef>
                <a:spcPts val="0"/>
              </a:spcBef>
              <a:spcAft>
                <a:spcPts val="0"/>
              </a:spcAft>
              <a:buClr>
                <a:schemeClr val="dk1"/>
              </a:buClr>
              <a:buSzPts val="1200"/>
              <a:buFont typeface="IBM Plex Sans"/>
              <a:buNone/>
              <a:defRPr sz="1200">
                <a:solidFill>
                  <a:schemeClr val="dk1"/>
                </a:solidFill>
              </a:defRPr>
            </a:lvl7pPr>
            <a:lvl8pPr lvl="7" algn="ctr">
              <a:lnSpc>
                <a:spcPct val="100000"/>
              </a:lnSpc>
              <a:spcBef>
                <a:spcPts val="0"/>
              </a:spcBef>
              <a:spcAft>
                <a:spcPts val="0"/>
              </a:spcAft>
              <a:buClr>
                <a:schemeClr val="dk1"/>
              </a:buClr>
              <a:buSzPts val="1200"/>
              <a:buFont typeface="IBM Plex Sans"/>
              <a:buNone/>
              <a:defRPr sz="1200">
                <a:solidFill>
                  <a:schemeClr val="dk1"/>
                </a:solidFill>
              </a:defRPr>
            </a:lvl8pPr>
            <a:lvl9pPr lvl="8" algn="ctr">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197" name="Google Shape;197;p20"/>
          <p:cNvSpPr txBox="1"/>
          <p:nvPr>
            <p:ph type="title"/>
          </p:nvPr>
        </p:nvSpPr>
        <p:spPr>
          <a:xfrm>
            <a:off x="2659075" y="1755300"/>
            <a:ext cx="3849600" cy="5877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800"/>
              <a:buNone/>
              <a:defRPr sz="1800">
                <a:solidFill>
                  <a:schemeClr val="accent1"/>
                </a:solidFill>
              </a:defRPr>
            </a:lvl1pPr>
            <a:lvl2pPr lvl="1" algn="ctr">
              <a:lnSpc>
                <a:spcPct val="115000"/>
              </a:lnSpc>
              <a:spcBef>
                <a:spcPts val="0"/>
              </a:spcBef>
              <a:spcAft>
                <a:spcPts val="0"/>
              </a:spcAft>
              <a:buSzPts val="1800"/>
              <a:buNone/>
              <a:defRPr sz="1800">
                <a:solidFill>
                  <a:schemeClr val="accent1"/>
                </a:solidFill>
              </a:defRPr>
            </a:lvl2pPr>
            <a:lvl3pPr lvl="2" algn="ctr">
              <a:lnSpc>
                <a:spcPct val="115000"/>
              </a:lnSpc>
              <a:spcBef>
                <a:spcPts val="0"/>
              </a:spcBef>
              <a:spcAft>
                <a:spcPts val="0"/>
              </a:spcAft>
              <a:buSzPts val="1800"/>
              <a:buNone/>
              <a:defRPr sz="1800">
                <a:solidFill>
                  <a:schemeClr val="accent1"/>
                </a:solidFill>
              </a:defRPr>
            </a:lvl3pPr>
            <a:lvl4pPr lvl="3" algn="ctr">
              <a:lnSpc>
                <a:spcPct val="115000"/>
              </a:lnSpc>
              <a:spcBef>
                <a:spcPts val="0"/>
              </a:spcBef>
              <a:spcAft>
                <a:spcPts val="0"/>
              </a:spcAft>
              <a:buSzPts val="1800"/>
              <a:buNone/>
              <a:defRPr sz="1800">
                <a:solidFill>
                  <a:schemeClr val="accent1"/>
                </a:solidFill>
              </a:defRPr>
            </a:lvl4pPr>
            <a:lvl5pPr lvl="4" algn="ctr">
              <a:lnSpc>
                <a:spcPct val="115000"/>
              </a:lnSpc>
              <a:spcBef>
                <a:spcPts val="0"/>
              </a:spcBef>
              <a:spcAft>
                <a:spcPts val="0"/>
              </a:spcAft>
              <a:buSzPts val="1800"/>
              <a:buNone/>
              <a:defRPr sz="1800">
                <a:solidFill>
                  <a:schemeClr val="accent1"/>
                </a:solidFill>
              </a:defRPr>
            </a:lvl5pPr>
            <a:lvl6pPr lvl="5" algn="ctr">
              <a:lnSpc>
                <a:spcPct val="115000"/>
              </a:lnSpc>
              <a:spcBef>
                <a:spcPts val="0"/>
              </a:spcBef>
              <a:spcAft>
                <a:spcPts val="0"/>
              </a:spcAft>
              <a:buSzPts val="1800"/>
              <a:buNone/>
              <a:defRPr sz="1800">
                <a:solidFill>
                  <a:schemeClr val="accent1"/>
                </a:solidFill>
              </a:defRPr>
            </a:lvl6pPr>
            <a:lvl7pPr lvl="6" algn="ctr">
              <a:lnSpc>
                <a:spcPct val="115000"/>
              </a:lnSpc>
              <a:spcBef>
                <a:spcPts val="0"/>
              </a:spcBef>
              <a:spcAft>
                <a:spcPts val="0"/>
              </a:spcAft>
              <a:buSzPts val="1800"/>
              <a:buNone/>
              <a:defRPr sz="1800">
                <a:solidFill>
                  <a:schemeClr val="accent1"/>
                </a:solidFill>
              </a:defRPr>
            </a:lvl7pPr>
            <a:lvl8pPr lvl="7" algn="ctr">
              <a:lnSpc>
                <a:spcPct val="115000"/>
              </a:lnSpc>
              <a:spcBef>
                <a:spcPts val="0"/>
              </a:spcBef>
              <a:spcAft>
                <a:spcPts val="0"/>
              </a:spcAft>
              <a:buSzPts val="1800"/>
              <a:buNone/>
              <a:defRPr sz="1800">
                <a:solidFill>
                  <a:schemeClr val="accent1"/>
                </a:solidFill>
              </a:defRPr>
            </a:lvl8pPr>
            <a:lvl9pPr lvl="8" algn="ctr">
              <a:lnSpc>
                <a:spcPct val="115000"/>
              </a:lnSpc>
              <a:spcBef>
                <a:spcPts val="0"/>
              </a:spcBef>
              <a:spcAft>
                <a:spcPts val="0"/>
              </a:spcAft>
              <a:buSzPts val="1800"/>
              <a:buNone/>
              <a:defRPr sz="1800">
                <a:solidFill>
                  <a:schemeClr val="accent1"/>
                </a:solidFill>
              </a:defRPr>
            </a:lvl9pPr>
          </a:lstStyle>
          <a:p/>
        </p:txBody>
      </p:sp>
      <p:sp>
        <p:nvSpPr>
          <p:cNvPr id="198" name="Google Shape;198;p2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99" name="Google Shape;199;p20"/>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00" name="Google Shape;200;p20"/>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01" name="Google Shape;201;p20"/>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2">
  <p:cSld name="CUSTOM_8_1_1">
    <p:spTree>
      <p:nvGrpSpPr>
        <p:cNvPr id="202" name="Shape 202"/>
        <p:cNvGrpSpPr/>
        <p:nvPr/>
      </p:nvGrpSpPr>
      <p:grpSpPr>
        <a:xfrm>
          <a:off x="0" y="0"/>
          <a:ext cx="0" cy="0"/>
          <a:chOff x="0" y="0"/>
          <a:chExt cx="0" cy="0"/>
        </a:xfrm>
      </p:grpSpPr>
      <p:sp>
        <p:nvSpPr>
          <p:cNvPr id="203" name="Google Shape;203;p21"/>
          <p:cNvSpPr txBox="1"/>
          <p:nvPr>
            <p:ph idx="1" type="subTitle"/>
          </p:nvPr>
        </p:nvSpPr>
        <p:spPr>
          <a:xfrm>
            <a:off x="436600" y="3909000"/>
            <a:ext cx="1708500" cy="7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sp>
        <p:nvSpPr>
          <p:cNvPr id="204" name="Google Shape;204;p21"/>
          <p:cNvSpPr txBox="1"/>
          <p:nvPr>
            <p:ph idx="2" type="subTitle"/>
          </p:nvPr>
        </p:nvSpPr>
        <p:spPr>
          <a:xfrm>
            <a:off x="3027400" y="3909000"/>
            <a:ext cx="1708500" cy="7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grpSp>
        <p:nvGrpSpPr>
          <p:cNvPr id="205" name="Google Shape;205;p21"/>
          <p:cNvGrpSpPr/>
          <p:nvPr/>
        </p:nvGrpSpPr>
        <p:grpSpPr>
          <a:xfrm flipH="1">
            <a:off x="5903161" y="2597462"/>
            <a:ext cx="6916230" cy="6916230"/>
            <a:chOff x="-3059650" y="1891300"/>
            <a:chExt cx="7160400" cy="7160400"/>
          </a:xfrm>
        </p:grpSpPr>
        <p:sp>
          <p:nvSpPr>
            <p:cNvPr id="206" name="Google Shape;206;p21"/>
            <p:cNvSpPr/>
            <p:nvPr/>
          </p:nvSpPr>
          <p:spPr>
            <a:xfrm flipH="1" rot="5400000">
              <a:off x="-3059650" y="1891300"/>
              <a:ext cx="7160400" cy="7160400"/>
            </a:xfrm>
            <a:prstGeom prst="arc">
              <a:avLst>
                <a:gd fmla="val 17100715" name="adj1"/>
                <a:gd fmla="val 2139344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207" name="Google Shape;207;p21"/>
            <p:cNvSpPr/>
            <p:nvPr/>
          </p:nvSpPr>
          <p:spPr>
            <a:xfrm flipH="1" rot="5400000">
              <a:off x="-1851199" y="3109695"/>
              <a:ext cx="4734900" cy="4735200"/>
            </a:xfrm>
            <a:prstGeom prst="arc">
              <a:avLst>
                <a:gd fmla="val 17607113" name="adj1"/>
                <a:gd fmla="val 21289676"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208" name="Google Shape;208;p21"/>
            <p:cNvSpPr/>
            <p:nvPr/>
          </p:nvSpPr>
          <p:spPr>
            <a:xfrm>
              <a:off x="1239430" y="2205756"/>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209" name="Google Shape;209;p21"/>
          <p:cNvSpPr txBox="1"/>
          <p:nvPr>
            <p:ph idx="3" type="subTitle"/>
          </p:nvPr>
        </p:nvSpPr>
        <p:spPr>
          <a:xfrm>
            <a:off x="6446978" y="814800"/>
            <a:ext cx="17085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210" name="Google Shape;210;p21"/>
          <p:cNvSpPr txBox="1"/>
          <p:nvPr>
            <p:ph type="title"/>
          </p:nvPr>
        </p:nvSpPr>
        <p:spPr>
          <a:xfrm>
            <a:off x="6447225" y="1213482"/>
            <a:ext cx="22320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000"/>
              <a:buNone/>
              <a:defRPr sz="1000">
                <a:solidFill>
                  <a:schemeClr val="accent1"/>
                </a:solidFill>
              </a:defRPr>
            </a:lvl1pPr>
            <a:lvl2pPr lvl="1" algn="l">
              <a:lnSpc>
                <a:spcPct val="115000"/>
              </a:lnSpc>
              <a:spcBef>
                <a:spcPts val="0"/>
              </a:spcBef>
              <a:spcAft>
                <a:spcPts val="0"/>
              </a:spcAft>
              <a:buSzPts val="1900"/>
              <a:buNone/>
              <a:defRPr sz="1900">
                <a:solidFill>
                  <a:schemeClr val="accent1"/>
                </a:solidFill>
              </a:defRPr>
            </a:lvl2pPr>
            <a:lvl3pPr lvl="2" algn="l">
              <a:lnSpc>
                <a:spcPct val="115000"/>
              </a:lnSpc>
              <a:spcBef>
                <a:spcPts val="0"/>
              </a:spcBef>
              <a:spcAft>
                <a:spcPts val="0"/>
              </a:spcAft>
              <a:buSzPts val="1900"/>
              <a:buNone/>
              <a:defRPr sz="1900">
                <a:solidFill>
                  <a:schemeClr val="accent1"/>
                </a:solidFill>
              </a:defRPr>
            </a:lvl3pPr>
            <a:lvl4pPr lvl="3" algn="l">
              <a:lnSpc>
                <a:spcPct val="115000"/>
              </a:lnSpc>
              <a:spcBef>
                <a:spcPts val="0"/>
              </a:spcBef>
              <a:spcAft>
                <a:spcPts val="0"/>
              </a:spcAft>
              <a:buSzPts val="1900"/>
              <a:buNone/>
              <a:defRPr sz="1900">
                <a:solidFill>
                  <a:schemeClr val="accent1"/>
                </a:solidFill>
              </a:defRPr>
            </a:lvl4pPr>
            <a:lvl5pPr lvl="4" algn="l">
              <a:lnSpc>
                <a:spcPct val="115000"/>
              </a:lnSpc>
              <a:spcBef>
                <a:spcPts val="0"/>
              </a:spcBef>
              <a:spcAft>
                <a:spcPts val="0"/>
              </a:spcAft>
              <a:buSzPts val="1900"/>
              <a:buNone/>
              <a:defRPr sz="1900">
                <a:solidFill>
                  <a:schemeClr val="accent1"/>
                </a:solidFill>
              </a:defRPr>
            </a:lvl5pPr>
            <a:lvl6pPr lvl="5" algn="l">
              <a:lnSpc>
                <a:spcPct val="115000"/>
              </a:lnSpc>
              <a:spcBef>
                <a:spcPts val="0"/>
              </a:spcBef>
              <a:spcAft>
                <a:spcPts val="0"/>
              </a:spcAft>
              <a:buSzPts val="1900"/>
              <a:buNone/>
              <a:defRPr sz="1900">
                <a:solidFill>
                  <a:schemeClr val="accent1"/>
                </a:solidFill>
              </a:defRPr>
            </a:lvl6pPr>
            <a:lvl7pPr lvl="6" algn="l">
              <a:lnSpc>
                <a:spcPct val="115000"/>
              </a:lnSpc>
              <a:spcBef>
                <a:spcPts val="0"/>
              </a:spcBef>
              <a:spcAft>
                <a:spcPts val="0"/>
              </a:spcAft>
              <a:buSzPts val="1900"/>
              <a:buNone/>
              <a:defRPr sz="1900">
                <a:solidFill>
                  <a:schemeClr val="accent1"/>
                </a:solidFill>
              </a:defRPr>
            </a:lvl7pPr>
            <a:lvl8pPr lvl="7" algn="l">
              <a:lnSpc>
                <a:spcPct val="115000"/>
              </a:lnSpc>
              <a:spcBef>
                <a:spcPts val="0"/>
              </a:spcBef>
              <a:spcAft>
                <a:spcPts val="0"/>
              </a:spcAft>
              <a:buSzPts val="1900"/>
              <a:buNone/>
              <a:defRPr sz="1900">
                <a:solidFill>
                  <a:schemeClr val="accent1"/>
                </a:solidFill>
              </a:defRPr>
            </a:lvl8pPr>
            <a:lvl9pPr lvl="8" algn="l">
              <a:lnSpc>
                <a:spcPct val="115000"/>
              </a:lnSpc>
              <a:spcBef>
                <a:spcPts val="0"/>
              </a:spcBef>
              <a:spcAft>
                <a:spcPts val="0"/>
              </a:spcAft>
              <a:buSzPts val="1900"/>
              <a:buNone/>
              <a:defRPr sz="1900">
                <a:solidFill>
                  <a:schemeClr val="accent1"/>
                </a:solidFill>
              </a:defRPr>
            </a:lvl9pPr>
          </a:lstStyle>
          <a:p/>
        </p:txBody>
      </p:sp>
      <p:cxnSp>
        <p:nvCxnSpPr>
          <p:cNvPr id="211" name="Google Shape;211;p21"/>
          <p:cNvCxnSpPr/>
          <p:nvPr/>
        </p:nvCxnSpPr>
        <p:spPr>
          <a:xfrm>
            <a:off x="5985025" y="-13225"/>
            <a:ext cx="0" cy="5159400"/>
          </a:xfrm>
          <a:prstGeom prst="straightConnector1">
            <a:avLst/>
          </a:prstGeom>
          <a:noFill/>
          <a:ln cap="flat" cmpd="sng" w="9525">
            <a:solidFill>
              <a:schemeClr val="accent1"/>
            </a:solidFill>
            <a:prstDash val="solid"/>
            <a:round/>
            <a:headEnd len="sm" w="sm" type="none"/>
            <a:tailEnd len="sm" w="sm" type="none"/>
          </a:ln>
        </p:spPr>
      </p:cxnSp>
      <p:sp>
        <p:nvSpPr>
          <p:cNvPr id="212" name="Google Shape;212;p21"/>
          <p:cNvSpPr txBox="1"/>
          <p:nvPr>
            <p:ph idx="4"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213" name="Google Shape;213;p21"/>
          <p:cNvSpPr txBox="1"/>
          <p:nvPr>
            <p:ph idx="5"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214" name="Google Shape;214;p21"/>
          <p:cNvSpPr txBox="1"/>
          <p:nvPr>
            <p:ph idx="6" type="subTitle"/>
          </p:nvPr>
        </p:nvSpPr>
        <p:spPr>
          <a:xfrm>
            <a:off x="436725" y="1961991"/>
            <a:ext cx="41823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15" name="Google Shape;215;p21"/>
          <p:cNvSpPr txBox="1"/>
          <p:nvPr>
            <p:ph idx="7" type="subTitle"/>
          </p:nvPr>
        </p:nvSpPr>
        <p:spPr>
          <a:xfrm>
            <a:off x="436725" y="3205792"/>
            <a:ext cx="41823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16" name="Google Shape;216;p21"/>
          <p:cNvSpPr txBox="1"/>
          <p:nvPr>
            <p:ph idx="8" type="subTitle"/>
          </p:nvPr>
        </p:nvSpPr>
        <p:spPr>
          <a:xfrm>
            <a:off x="436725" y="3686700"/>
            <a:ext cx="17085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17" name="Google Shape;217;p21"/>
          <p:cNvSpPr txBox="1"/>
          <p:nvPr>
            <p:ph idx="9" type="subTitle"/>
          </p:nvPr>
        </p:nvSpPr>
        <p:spPr>
          <a:xfrm>
            <a:off x="3027525" y="3686700"/>
            <a:ext cx="17085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18" name="Google Shape;218;p2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19" name="Google Shape;219;p21"/>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220" name="Google Shape;220;p21"/>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221" name="Google Shape;221;p21"/>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3">
  <p:cSld name="CUSTOM_8_1_1_1">
    <p:spTree>
      <p:nvGrpSpPr>
        <p:cNvPr id="222" name="Shape 222"/>
        <p:cNvGrpSpPr/>
        <p:nvPr/>
      </p:nvGrpSpPr>
      <p:grpSpPr>
        <a:xfrm>
          <a:off x="0" y="0"/>
          <a:ext cx="0" cy="0"/>
          <a:chOff x="0" y="0"/>
          <a:chExt cx="0" cy="0"/>
        </a:xfrm>
      </p:grpSpPr>
      <p:sp>
        <p:nvSpPr>
          <p:cNvPr id="223" name="Google Shape;223;p22"/>
          <p:cNvSpPr txBox="1"/>
          <p:nvPr>
            <p:ph idx="1" type="subTitle"/>
          </p:nvPr>
        </p:nvSpPr>
        <p:spPr>
          <a:xfrm>
            <a:off x="6446974" y="814800"/>
            <a:ext cx="22200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224" name="Google Shape;224;p22"/>
          <p:cNvSpPr txBox="1"/>
          <p:nvPr>
            <p:ph idx="2"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225" name="Google Shape;225;p22"/>
          <p:cNvSpPr txBox="1"/>
          <p:nvPr>
            <p:ph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226" name="Google Shape;226;p22"/>
          <p:cNvSpPr txBox="1"/>
          <p:nvPr>
            <p:ph idx="3" type="subTitle"/>
          </p:nvPr>
        </p:nvSpPr>
        <p:spPr>
          <a:xfrm>
            <a:off x="436725" y="1961998"/>
            <a:ext cx="4182300" cy="802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27" name="Google Shape;227;p22"/>
          <p:cNvSpPr txBox="1"/>
          <p:nvPr>
            <p:ph idx="4" type="subTitle"/>
          </p:nvPr>
        </p:nvSpPr>
        <p:spPr>
          <a:xfrm>
            <a:off x="436725" y="3219125"/>
            <a:ext cx="21864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228" name="Google Shape;228;p22"/>
          <p:cNvSpPr txBox="1"/>
          <p:nvPr>
            <p:ph idx="5" type="subTitle"/>
          </p:nvPr>
        </p:nvSpPr>
        <p:spPr>
          <a:xfrm>
            <a:off x="436725" y="3706675"/>
            <a:ext cx="21864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29" name="Google Shape;229;p22"/>
          <p:cNvSpPr txBox="1"/>
          <p:nvPr>
            <p:ph idx="6" type="subTitle"/>
          </p:nvPr>
        </p:nvSpPr>
        <p:spPr>
          <a:xfrm>
            <a:off x="3472800" y="3219125"/>
            <a:ext cx="21864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230" name="Google Shape;230;p22"/>
          <p:cNvSpPr txBox="1"/>
          <p:nvPr>
            <p:ph idx="7" type="subTitle"/>
          </p:nvPr>
        </p:nvSpPr>
        <p:spPr>
          <a:xfrm>
            <a:off x="3472800" y="3706675"/>
            <a:ext cx="21864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31" name="Google Shape;231;p22"/>
          <p:cNvSpPr txBox="1"/>
          <p:nvPr>
            <p:ph idx="8" type="subTitle"/>
          </p:nvPr>
        </p:nvSpPr>
        <p:spPr>
          <a:xfrm>
            <a:off x="6702724" y="1605750"/>
            <a:ext cx="1708500" cy="138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32" name="Google Shape;232;p22"/>
          <p:cNvSpPr txBox="1"/>
          <p:nvPr>
            <p:ph idx="9" type="subTitle"/>
          </p:nvPr>
        </p:nvSpPr>
        <p:spPr>
          <a:xfrm>
            <a:off x="6702724" y="1751007"/>
            <a:ext cx="1708500" cy="8325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sp>
        <p:nvSpPr>
          <p:cNvPr id="233" name="Google Shape;233;p2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34" name="Google Shape;234;p22"/>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235" name="Google Shape;235;p22"/>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236" name="Google Shape;236;p22"/>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
    <p:bg>
      <p:bgPr>
        <a:solidFill>
          <a:schemeClr val="dk2"/>
        </a:solidFill>
      </p:bgPr>
    </p:bg>
    <p:spTree>
      <p:nvGrpSpPr>
        <p:cNvPr id="237" name="Shape 237"/>
        <p:cNvGrpSpPr/>
        <p:nvPr/>
      </p:nvGrpSpPr>
      <p:grpSpPr>
        <a:xfrm>
          <a:off x="0" y="0"/>
          <a:ext cx="0" cy="0"/>
          <a:chOff x="0" y="0"/>
          <a:chExt cx="0" cy="0"/>
        </a:xfrm>
      </p:grpSpPr>
      <p:sp>
        <p:nvSpPr>
          <p:cNvPr id="238" name="Google Shape;238;p23"/>
          <p:cNvSpPr/>
          <p:nvPr/>
        </p:nvSpPr>
        <p:spPr>
          <a:xfrm>
            <a:off x="6411926"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03</a:t>
            </a:r>
            <a:endParaRPr b="0" i="0" sz="1600" u="none" cap="none" strike="noStrike">
              <a:solidFill>
                <a:schemeClr val="accent4"/>
              </a:solidFill>
              <a:latin typeface="IBM Plex Sans"/>
              <a:ea typeface="IBM Plex Sans"/>
              <a:cs typeface="IBM Plex Sans"/>
              <a:sym typeface="IBM Plex Sans"/>
            </a:endParaRPr>
          </a:p>
        </p:txBody>
      </p:sp>
      <p:sp>
        <p:nvSpPr>
          <p:cNvPr id="239" name="Google Shape;239;p23"/>
          <p:cNvSpPr/>
          <p:nvPr/>
        </p:nvSpPr>
        <p:spPr>
          <a:xfrm>
            <a:off x="436801"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01</a:t>
            </a:r>
            <a:endParaRPr b="0" i="0" sz="1600" u="none" cap="none" strike="noStrike">
              <a:solidFill>
                <a:schemeClr val="accent4"/>
              </a:solidFill>
              <a:latin typeface="IBM Plex Sans"/>
              <a:ea typeface="IBM Plex Sans"/>
              <a:cs typeface="IBM Plex Sans"/>
              <a:sym typeface="IBM Plex Sans"/>
            </a:endParaRPr>
          </a:p>
        </p:txBody>
      </p:sp>
      <p:sp>
        <p:nvSpPr>
          <p:cNvPr id="240" name="Google Shape;240;p23"/>
          <p:cNvSpPr/>
          <p:nvPr/>
        </p:nvSpPr>
        <p:spPr>
          <a:xfrm>
            <a:off x="3487789"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02</a:t>
            </a:r>
            <a:endParaRPr b="0" i="0" sz="1600" u="none" cap="none" strike="noStrike">
              <a:solidFill>
                <a:schemeClr val="accent4"/>
              </a:solidFill>
              <a:latin typeface="IBM Plex Sans"/>
              <a:ea typeface="IBM Plex Sans"/>
              <a:cs typeface="IBM Plex Sans"/>
              <a:sym typeface="IBM Plex Sans"/>
            </a:endParaRPr>
          </a:p>
        </p:txBody>
      </p:sp>
      <p:sp>
        <p:nvSpPr>
          <p:cNvPr id="241" name="Google Shape;241;p23"/>
          <p:cNvSpPr txBox="1"/>
          <p:nvPr>
            <p:ph idx="1" type="subTitle"/>
          </p:nvPr>
        </p:nvSpPr>
        <p:spPr>
          <a:xfrm>
            <a:off x="436725"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242" name="Google Shape;242;p23"/>
          <p:cNvSpPr txBox="1"/>
          <p:nvPr>
            <p:ph idx="2" type="subTitle"/>
          </p:nvPr>
        </p:nvSpPr>
        <p:spPr>
          <a:xfrm>
            <a:off x="3490450"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243" name="Google Shape;243;p23"/>
          <p:cNvSpPr txBox="1"/>
          <p:nvPr>
            <p:ph idx="3" type="subTitle"/>
          </p:nvPr>
        </p:nvSpPr>
        <p:spPr>
          <a:xfrm>
            <a:off x="6424500"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244" name="Google Shape;244;p23"/>
          <p:cNvSpPr txBox="1"/>
          <p:nvPr>
            <p:ph idx="4" type="subTitle"/>
          </p:nvPr>
        </p:nvSpPr>
        <p:spPr>
          <a:xfrm>
            <a:off x="436725" y="814797"/>
            <a:ext cx="27192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45" name="Google Shape;245;p23"/>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46" name="Google Shape;246;p2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47" name="Google Shape;247;p23"/>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48" name="Google Shape;248;p23"/>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49" name="Google Shape;249;p23"/>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50" name="Google Shape;250;p23"/>
          <p:cNvSpPr txBox="1"/>
          <p:nvPr>
            <p:ph idx="7" type="body"/>
          </p:nvPr>
        </p:nvSpPr>
        <p:spPr>
          <a:xfrm>
            <a:off x="436800"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51" name="Google Shape;251;p23"/>
          <p:cNvSpPr txBox="1"/>
          <p:nvPr>
            <p:ph idx="8" type="body"/>
          </p:nvPr>
        </p:nvSpPr>
        <p:spPr>
          <a:xfrm>
            <a:off x="3490438"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52" name="Google Shape;252;p23"/>
          <p:cNvSpPr txBox="1"/>
          <p:nvPr>
            <p:ph idx="9" type="body"/>
          </p:nvPr>
        </p:nvSpPr>
        <p:spPr>
          <a:xfrm>
            <a:off x="6411925"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p:cSld name="CUSTOM_7">
    <p:bg>
      <p:bgPr>
        <a:solidFill>
          <a:schemeClr val="dk2"/>
        </a:solidFill>
      </p:bgPr>
    </p:bg>
    <p:spTree>
      <p:nvGrpSpPr>
        <p:cNvPr id="253" name="Shape 253"/>
        <p:cNvGrpSpPr/>
        <p:nvPr/>
      </p:nvGrpSpPr>
      <p:grpSpPr>
        <a:xfrm>
          <a:off x="0" y="0"/>
          <a:ext cx="0" cy="0"/>
          <a:chOff x="0" y="0"/>
          <a:chExt cx="0" cy="0"/>
        </a:xfrm>
      </p:grpSpPr>
      <p:sp>
        <p:nvSpPr>
          <p:cNvPr id="254" name="Google Shape;254;p24"/>
          <p:cNvSpPr txBox="1"/>
          <p:nvPr>
            <p:ph type="title"/>
          </p:nvPr>
        </p:nvSpPr>
        <p:spPr>
          <a:xfrm>
            <a:off x="436725" y="457200"/>
            <a:ext cx="82302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55" name="Google Shape;255;p2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56" name="Google Shape;256;p24"/>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57" name="Google Shape;257;p24"/>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58" name="Google Shape;258;p24"/>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CUSTOM_1">
    <p:bg>
      <p:bgPr>
        <a:solidFill>
          <a:schemeClr val="dk2"/>
        </a:solidFill>
      </p:bgPr>
    </p:bg>
    <p:spTree>
      <p:nvGrpSpPr>
        <p:cNvPr id="259" name="Shape 259"/>
        <p:cNvGrpSpPr/>
        <p:nvPr/>
      </p:nvGrpSpPr>
      <p:grpSpPr>
        <a:xfrm>
          <a:off x="0" y="0"/>
          <a:ext cx="0" cy="0"/>
          <a:chOff x="0" y="0"/>
          <a:chExt cx="0" cy="0"/>
        </a:xfrm>
      </p:grpSpPr>
      <p:sp>
        <p:nvSpPr>
          <p:cNvPr id="260" name="Google Shape;260;p25"/>
          <p:cNvSpPr txBox="1"/>
          <p:nvPr>
            <p:ph idx="1" type="subTitle"/>
          </p:nvPr>
        </p:nvSpPr>
        <p:spPr>
          <a:xfrm>
            <a:off x="436725"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61" name="Google Shape;261;p25"/>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62" name="Google Shape;262;p25"/>
          <p:cNvSpPr txBox="1"/>
          <p:nvPr>
            <p:ph idx="2" type="subTitle"/>
          </p:nvPr>
        </p:nvSpPr>
        <p:spPr>
          <a:xfrm>
            <a:off x="436725"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63" name="Google Shape;263;p25"/>
          <p:cNvSpPr txBox="1"/>
          <p:nvPr>
            <p:ph idx="3" type="subTitle"/>
          </p:nvPr>
        </p:nvSpPr>
        <p:spPr>
          <a:xfrm>
            <a:off x="3431950"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64" name="Google Shape;264;p25"/>
          <p:cNvSpPr txBox="1"/>
          <p:nvPr>
            <p:ph idx="4" type="subTitle"/>
          </p:nvPr>
        </p:nvSpPr>
        <p:spPr>
          <a:xfrm>
            <a:off x="3431950"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65" name="Google Shape;265;p25"/>
          <p:cNvSpPr txBox="1"/>
          <p:nvPr>
            <p:ph idx="5" type="subTitle"/>
          </p:nvPr>
        </p:nvSpPr>
        <p:spPr>
          <a:xfrm>
            <a:off x="6368675"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66" name="Google Shape;266;p25"/>
          <p:cNvSpPr txBox="1"/>
          <p:nvPr>
            <p:ph idx="6" type="subTitle"/>
          </p:nvPr>
        </p:nvSpPr>
        <p:spPr>
          <a:xfrm>
            <a:off x="6368675"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67" name="Google Shape;267;p25"/>
          <p:cNvSpPr txBox="1"/>
          <p:nvPr>
            <p:ph idx="7" type="subTitle"/>
          </p:nvPr>
        </p:nvSpPr>
        <p:spPr>
          <a:xfrm>
            <a:off x="436725" y="814799"/>
            <a:ext cx="271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68" name="Google Shape;268;p2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69" name="Google Shape;269;p25"/>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70" name="Google Shape;270;p25"/>
          <p:cNvSpPr txBox="1"/>
          <p:nvPr>
            <p:ph idx="8"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71" name="Google Shape;271;p25"/>
          <p:cNvSpPr txBox="1"/>
          <p:nvPr>
            <p:ph idx="9"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72" name="Google Shape;272;p25"/>
          <p:cNvSpPr txBox="1"/>
          <p:nvPr>
            <p:ph idx="13" type="body"/>
          </p:nvPr>
        </p:nvSpPr>
        <p:spPr>
          <a:xfrm>
            <a:off x="436800"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73" name="Google Shape;273;p25"/>
          <p:cNvSpPr txBox="1"/>
          <p:nvPr>
            <p:ph idx="14" type="body"/>
          </p:nvPr>
        </p:nvSpPr>
        <p:spPr>
          <a:xfrm>
            <a:off x="3490438"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74" name="Google Shape;274;p25"/>
          <p:cNvSpPr txBox="1"/>
          <p:nvPr>
            <p:ph idx="15" type="body"/>
          </p:nvPr>
        </p:nvSpPr>
        <p:spPr>
          <a:xfrm>
            <a:off x="6411925"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CUSTOM_9">
    <p:bg>
      <p:bgPr>
        <a:solidFill>
          <a:schemeClr val="lt2"/>
        </a:solidFill>
      </p:bgPr>
    </p:bg>
    <p:spTree>
      <p:nvGrpSpPr>
        <p:cNvPr id="275" name="Shape 275"/>
        <p:cNvGrpSpPr/>
        <p:nvPr/>
      </p:nvGrpSpPr>
      <p:grpSpPr>
        <a:xfrm>
          <a:off x="0" y="0"/>
          <a:ext cx="0" cy="0"/>
          <a:chOff x="0" y="0"/>
          <a:chExt cx="0" cy="0"/>
        </a:xfrm>
      </p:grpSpPr>
      <p:sp>
        <p:nvSpPr>
          <p:cNvPr id="276" name="Google Shape;276;p26"/>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77" name="Google Shape;277;p26"/>
          <p:cNvSpPr txBox="1"/>
          <p:nvPr>
            <p:ph idx="1" type="subTitle"/>
          </p:nvPr>
        </p:nvSpPr>
        <p:spPr>
          <a:xfrm>
            <a:off x="436725"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78" name="Google Shape;278;p26"/>
          <p:cNvSpPr txBox="1"/>
          <p:nvPr>
            <p:ph idx="2" type="subTitle"/>
          </p:nvPr>
        </p:nvSpPr>
        <p:spPr>
          <a:xfrm>
            <a:off x="3360229"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79" name="Google Shape;279;p26"/>
          <p:cNvSpPr txBox="1"/>
          <p:nvPr>
            <p:ph idx="3" type="subTitle"/>
          </p:nvPr>
        </p:nvSpPr>
        <p:spPr>
          <a:xfrm>
            <a:off x="6420029"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80" name="Google Shape;280;p26"/>
          <p:cNvSpPr txBox="1"/>
          <p:nvPr>
            <p:ph idx="4" type="subTitle"/>
          </p:nvPr>
        </p:nvSpPr>
        <p:spPr>
          <a:xfrm>
            <a:off x="436725" y="814799"/>
            <a:ext cx="271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81" name="Google Shape;281;p2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82" name="Google Shape;282;p26"/>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83" name="Google Shape;283;p26"/>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84" name="Google Shape;284;p26"/>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285" name="Shape 285"/>
        <p:cNvGrpSpPr/>
        <p:nvPr/>
      </p:nvGrpSpPr>
      <p:grpSpPr>
        <a:xfrm>
          <a:off x="0" y="0"/>
          <a:ext cx="0" cy="0"/>
          <a:chOff x="0" y="0"/>
          <a:chExt cx="0" cy="0"/>
        </a:xfrm>
      </p:grpSpPr>
      <p:sp>
        <p:nvSpPr>
          <p:cNvPr id="286" name="Google Shape;286;p27"/>
          <p:cNvSpPr txBox="1"/>
          <p:nvPr>
            <p:ph idx="1" type="subTitle"/>
          </p:nvPr>
        </p:nvSpPr>
        <p:spPr>
          <a:xfrm>
            <a:off x="6600775" y="2561222"/>
            <a:ext cx="1877400" cy="48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4800"/>
              <a:buFont typeface="IBM Plex Sans"/>
              <a:buNone/>
              <a:defRPr sz="4800">
                <a:solidFill>
                  <a:schemeClr val="lt1"/>
                </a:solidFill>
              </a:defRPr>
            </a:lvl1pPr>
            <a:lvl2pPr lvl="1" algn="ctr">
              <a:lnSpc>
                <a:spcPct val="100000"/>
              </a:lnSpc>
              <a:spcBef>
                <a:spcPts val="0"/>
              </a:spcBef>
              <a:spcAft>
                <a:spcPts val="0"/>
              </a:spcAft>
              <a:buClr>
                <a:schemeClr val="lt1"/>
              </a:buClr>
              <a:buSzPts val="4800"/>
              <a:buFont typeface="IBM Plex Sans"/>
              <a:buNone/>
              <a:defRPr sz="4800">
                <a:solidFill>
                  <a:schemeClr val="lt1"/>
                </a:solidFill>
              </a:defRPr>
            </a:lvl2pPr>
            <a:lvl3pPr lvl="2" algn="ctr">
              <a:lnSpc>
                <a:spcPct val="100000"/>
              </a:lnSpc>
              <a:spcBef>
                <a:spcPts val="0"/>
              </a:spcBef>
              <a:spcAft>
                <a:spcPts val="0"/>
              </a:spcAft>
              <a:buClr>
                <a:schemeClr val="lt1"/>
              </a:buClr>
              <a:buSzPts val="4800"/>
              <a:buFont typeface="IBM Plex Sans"/>
              <a:buNone/>
              <a:defRPr sz="4800">
                <a:solidFill>
                  <a:schemeClr val="lt1"/>
                </a:solidFill>
              </a:defRPr>
            </a:lvl3pPr>
            <a:lvl4pPr lvl="3" algn="ctr">
              <a:lnSpc>
                <a:spcPct val="100000"/>
              </a:lnSpc>
              <a:spcBef>
                <a:spcPts val="0"/>
              </a:spcBef>
              <a:spcAft>
                <a:spcPts val="0"/>
              </a:spcAft>
              <a:buClr>
                <a:schemeClr val="lt1"/>
              </a:buClr>
              <a:buSzPts val="4800"/>
              <a:buFont typeface="IBM Plex Sans"/>
              <a:buNone/>
              <a:defRPr sz="4800">
                <a:solidFill>
                  <a:schemeClr val="lt1"/>
                </a:solidFill>
              </a:defRPr>
            </a:lvl4pPr>
            <a:lvl5pPr lvl="4" algn="ctr">
              <a:lnSpc>
                <a:spcPct val="100000"/>
              </a:lnSpc>
              <a:spcBef>
                <a:spcPts val="0"/>
              </a:spcBef>
              <a:spcAft>
                <a:spcPts val="0"/>
              </a:spcAft>
              <a:buClr>
                <a:schemeClr val="lt1"/>
              </a:buClr>
              <a:buSzPts val="4800"/>
              <a:buFont typeface="IBM Plex Sans"/>
              <a:buNone/>
              <a:defRPr sz="4800">
                <a:solidFill>
                  <a:schemeClr val="lt1"/>
                </a:solidFill>
              </a:defRPr>
            </a:lvl5pPr>
            <a:lvl6pPr lvl="5" algn="ctr">
              <a:lnSpc>
                <a:spcPct val="100000"/>
              </a:lnSpc>
              <a:spcBef>
                <a:spcPts val="0"/>
              </a:spcBef>
              <a:spcAft>
                <a:spcPts val="0"/>
              </a:spcAft>
              <a:buClr>
                <a:schemeClr val="lt1"/>
              </a:buClr>
              <a:buSzPts val="4800"/>
              <a:buFont typeface="IBM Plex Sans"/>
              <a:buNone/>
              <a:defRPr sz="4800">
                <a:solidFill>
                  <a:schemeClr val="lt1"/>
                </a:solidFill>
              </a:defRPr>
            </a:lvl6pPr>
            <a:lvl7pPr lvl="6" algn="ctr">
              <a:lnSpc>
                <a:spcPct val="100000"/>
              </a:lnSpc>
              <a:spcBef>
                <a:spcPts val="0"/>
              </a:spcBef>
              <a:spcAft>
                <a:spcPts val="0"/>
              </a:spcAft>
              <a:buClr>
                <a:schemeClr val="lt1"/>
              </a:buClr>
              <a:buSzPts val="4800"/>
              <a:buFont typeface="IBM Plex Sans"/>
              <a:buNone/>
              <a:defRPr sz="4800">
                <a:solidFill>
                  <a:schemeClr val="lt1"/>
                </a:solidFill>
              </a:defRPr>
            </a:lvl7pPr>
            <a:lvl8pPr lvl="7" algn="ctr">
              <a:lnSpc>
                <a:spcPct val="100000"/>
              </a:lnSpc>
              <a:spcBef>
                <a:spcPts val="0"/>
              </a:spcBef>
              <a:spcAft>
                <a:spcPts val="0"/>
              </a:spcAft>
              <a:buClr>
                <a:schemeClr val="lt1"/>
              </a:buClr>
              <a:buSzPts val="4800"/>
              <a:buFont typeface="IBM Plex Sans"/>
              <a:buNone/>
              <a:defRPr sz="4800">
                <a:solidFill>
                  <a:schemeClr val="lt1"/>
                </a:solidFill>
              </a:defRPr>
            </a:lvl8pPr>
            <a:lvl9pPr lvl="8" algn="ctr">
              <a:lnSpc>
                <a:spcPct val="100000"/>
              </a:lnSpc>
              <a:spcBef>
                <a:spcPts val="0"/>
              </a:spcBef>
              <a:spcAft>
                <a:spcPts val="0"/>
              </a:spcAft>
              <a:buClr>
                <a:schemeClr val="lt1"/>
              </a:buClr>
              <a:buSzPts val="4800"/>
              <a:buFont typeface="IBM Plex Sans"/>
              <a:buNone/>
              <a:defRPr sz="4800">
                <a:solidFill>
                  <a:schemeClr val="lt1"/>
                </a:solidFill>
              </a:defRPr>
            </a:lvl9pPr>
          </a:lstStyle>
          <a:p/>
        </p:txBody>
      </p:sp>
      <p:sp>
        <p:nvSpPr>
          <p:cNvPr id="287" name="Google Shape;287;p27"/>
          <p:cNvSpPr txBox="1"/>
          <p:nvPr>
            <p:ph idx="2" type="body"/>
          </p:nvPr>
        </p:nvSpPr>
        <p:spPr>
          <a:xfrm>
            <a:off x="3479850" y="4132200"/>
            <a:ext cx="2271000" cy="778200"/>
          </a:xfrm>
          <a:prstGeom prst="rect">
            <a:avLst/>
          </a:prstGeom>
          <a:noFill/>
          <a:ln>
            <a:noFill/>
          </a:ln>
        </p:spPr>
        <p:txBody>
          <a:bodyPr anchorCtr="0" anchor="b" bIns="91425" lIns="0" spcFirstLastPara="1" rIns="0" wrap="square" tIns="0">
            <a:noAutofit/>
          </a:bodyPr>
          <a:lstStyle>
            <a:lvl1pPr indent="-304800" lvl="0" marL="457200" algn="ctr">
              <a:lnSpc>
                <a:spcPct val="100000"/>
              </a:lnSpc>
              <a:spcBef>
                <a:spcPts val="0"/>
              </a:spcBef>
              <a:spcAft>
                <a:spcPts val="0"/>
              </a:spcAft>
              <a:buClr>
                <a:schemeClr val="lt1"/>
              </a:buClr>
              <a:buSzPts val="1200"/>
              <a:buFont typeface="IBM Plex Sans"/>
              <a:buChar char="●"/>
              <a:defRPr sz="1200">
                <a:solidFill>
                  <a:schemeClr val="lt1"/>
                </a:solidFill>
              </a:defRPr>
            </a:lvl1pPr>
            <a:lvl2pPr indent="-304800" lvl="1" marL="914400" algn="ctr">
              <a:lnSpc>
                <a:spcPct val="100000"/>
              </a:lnSpc>
              <a:spcBef>
                <a:spcPts val="0"/>
              </a:spcBef>
              <a:spcAft>
                <a:spcPts val="0"/>
              </a:spcAft>
              <a:buClr>
                <a:schemeClr val="lt1"/>
              </a:buClr>
              <a:buSzPts val="1200"/>
              <a:buFont typeface="IBM Plex Sans"/>
              <a:buChar char="○"/>
              <a:defRPr sz="1200">
                <a:solidFill>
                  <a:schemeClr val="lt1"/>
                </a:solidFill>
              </a:defRPr>
            </a:lvl2pPr>
            <a:lvl3pPr indent="-304800" lvl="2" marL="1371600" algn="ctr">
              <a:lnSpc>
                <a:spcPct val="100000"/>
              </a:lnSpc>
              <a:spcBef>
                <a:spcPts val="0"/>
              </a:spcBef>
              <a:spcAft>
                <a:spcPts val="0"/>
              </a:spcAft>
              <a:buClr>
                <a:schemeClr val="lt1"/>
              </a:buClr>
              <a:buSzPts val="1200"/>
              <a:buFont typeface="IBM Plex Sans"/>
              <a:buChar char="■"/>
              <a:defRPr sz="1200">
                <a:solidFill>
                  <a:schemeClr val="lt1"/>
                </a:solidFill>
              </a:defRPr>
            </a:lvl3pPr>
            <a:lvl4pPr indent="-304800" lvl="3" marL="1828800" algn="ctr">
              <a:lnSpc>
                <a:spcPct val="100000"/>
              </a:lnSpc>
              <a:spcBef>
                <a:spcPts val="0"/>
              </a:spcBef>
              <a:spcAft>
                <a:spcPts val="0"/>
              </a:spcAft>
              <a:buClr>
                <a:schemeClr val="lt1"/>
              </a:buClr>
              <a:buSzPts val="1200"/>
              <a:buFont typeface="IBM Plex Sans"/>
              <a:buChar char="●"/>
              <a:defRPr sz="1200">
                <a:solidFill>
                  <a:schemeClr val="lt1"/>
                </a:solidFill>
              </a:defRPr>
            </a:lvl4pPr>
            <a:lvl5pPr indent="-304800" lvl="4" marL="2286000" algn="ctr">
              <a:lnSpc>
                <a:spcPct val="100000"/>
              </a:lnSpc>
              <a:spcBef>
                <a:spcPts val="0"/>
              </a:spcBef>
              <a:spcAft>
                <a:spcPts val="0"/>
              </a:spcAft>
              <a:buClr>
                <a:schemeClr val="lt1"/>
              </a:buClr>
              <a:buSzPts val="1200"/>
              <a:buFont typeface="IBM Plex Sans"/>
              <a:buChar char="○"/>
              <a:defRPr sz="1200">
                <a:solidFill>
                  <a:schemeClr val="lt1"/>
                </a:solidFill>
              </a:defRPr>
            </a:lvl5pPr>
            <a:lvl6pPr indent="-304800" lvl="5" marL="2743200" algn="ctr">
              <a:lnSpc>
                <a:spcPct val="100000"/>
              </a:lnSpc>
              <a:spcBef>
                <a:spcPts val="0"/>
              </a:spcBef>
              <a:spcAft>
                <a:spcPts val="0"/>
              </a:spcAft>
              <a:buClr>
                <a:schemeClr val="lt1"/>
              </a:buClr>
              <a:buSzPts val="1200"/>
              <a:buFont typeface="IBM Plex Sans"/>
              <a:buChar char="■"/>
              <a:defRPr sz="1200">
                <a:solidFill>
                  <a:schemeClr val="lt1"/>
                </a:solidFill>
              </a:defRPr>
            </a:lvl6pPr>
            <a:lvl7pPr indent="-304800" lvl="6" marL="3200400" algn="ctr">
              <a:lnSpc>
                <a:spcPct val="100000"/>
              </a:lnSpc>
              <a:spcBef>
                <a:spcPts val="0"/>
              </a:spcBef>
              <a:spcAft>
                <a:spcPts val="0"/>
              </a:spcAft>
              <a:buClr>
                <a:schemeClr val="lt1"/>
              </a:buClr>
              <a:buSzPts val="1200"/>
              <a:buFont typeface="IBM Plex Sans"/>
              <a:buChar char="●"/>
              <a:defRPr sz="1200">
                <a:solidFill>
                  <a:schemeClr val="lt1"/>
                </a:solidFill>
              </a:defRPr>
            </a:lvl7pPr>
            <a:lvl8pPr indent="-304800" lvl="7" marL="3657600" algn="ctr">
              <a:lnSpc>
                <a:spcPct val="100000"/>
              </a:lnSpc>
              <a:spcBef>
                <a:spcPts val="0"/>
              </a:spcBef>
              <a:spcAft>
                <a:spcPts val="0"/>
              </a:spcAft>
              <a:buClr>
                <a:schemeClr val="lt1"/>
              </a:buClr>
              <a:buSzPts val="1200"/>
              <a:buFont typeface="IBM Plex Sans"/>
              <a:buChar char="○"/>
              <a:defRPr sz="1200">
                <a:solidFill>
                  <a:schemeClr val="lt1"/>
                </a:solidFill>
              </a:defRPr>
            </a:lvl8pPr>
            <a:lvl9pPr indent="-304800" lvl="8" marL="4114800" algn="ctr">
              <a:lnSpc>
                <a:spcPct val="100000"/>
              </a:lnSpc>
              <a:spcBef>
                <a:spcPts val="0"/>
              </a:spcBef>
              <a:spcAft>
                <a:spcPts val="0"/>
              </a:spcAft>
              <a:buClr>
                <a:schemeClr val="lt1"/>
              </a:buClr>
              <a:buSzPts val="1200"/>
              <a:buFont typeface="IBM Plex Sans"/>
              <a:buChar char="■"/>
              <a:defRPr sz="1200">
                <a:solidFill>
                  <a:schemeClr val="lt1"/>
                </a:solidFill>
              </a:defRPr>
            </a:lvl9pPr>
          </a:lstStyle>
          <a:p/>
        </p:txBody>
      </p:sp>
      <p:sp>
        <p:nvSpPr>
          <p:cNvPr id="288" name="Google Shape;288;p27"/>
          <p:cNvSpPr txBox="1"/>
          <p:nvPr>
            <p:ph idx="3" type="subTitle"/>
          </p:nvPr>
        </p:nvSpPr>
        <p:spPr>
          <a:xfrm>
            <a:off x="440575" y="2672701"/>
            <a:ext cx="23667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89" name="Google Shape;289;p27"/>
          <p:cNvSpPr txBox="1"/>
          <p:nvPr>
            <p:ph idx="4" type="body"/>
          </p:nvPr>
        </p:nvSpPr>
        <p:spPr>
          <a:xfrm>
            <a:off x="436800" y="3140767"/>
            <a:ext cx="2366700" cy="17715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90" name="Google Shape;290;p27"/>
          <p:cNvSpPr txBox="1"/>
          <p:nvPr>
            <p:ph idx="5" type="subTitle"/>
          </p:nvPr>
        </p:nvSpPr>
        <p:spPr>
          <a:xfrm>
            <a:off x="3633300" y="3251650"/>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291" name="Google Shape;291;p27"/>
          <p:cNvSpPr txBox="1"/>
          <p:nvPr>
            <p:ph idx="6" type="subTitle"/>
          </p:nvPr>
        </p:nvSpPr>
        <p:spPr>
          <a:xfrm>
            <a:off x="6600775" y="3251650"/>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292" name="Google Shape;292;p27"/>
          <p:cNvSpPr txBox="1"/>
          <p:nvPr>
            <p:ph idx="7" type="subTitle"/>
          </p:nvPr>
        </p:nvSpPr>
        <p:spPr>
          <a:xfrm>
            <a:off x="6600775" y="4569325"/>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293" name="Google Shape;293;p27"/>
          <p:cNvSpPr txBox="1"/>
          <p:nvPr>
            <p:ph idx="8" type="subTitle"/>
          </p:nvPr>
        </p:nvSpPr>
        <p:spPr>
          <a:xfrm>
            <a:off x="3633300" y="2561222"/>
            <a:ext cx="1877400" cy="48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4800"/>
              <a:buFont typeface="IBM Plex Sans"/>
              <a:buNone/>
              <a:defRPr sz="4800">
                <a:solidFill>
                  <a:schemeClr val="lt1"/>
                </a:solidFill>
              </a:defRPr>
            </a:lvl1pPr>
            <a:lvl2pPr lvl="1" algn="ctr">
              <a:lnSpc>
                <a:spcPct val="100000"/>
              </a:lnSpc>
              <a:spcBef>
                <a:spcPts val="0"/>
              </a:spcBef>
              <a:spcAft>
                <a:spcPts val="0"/>
              </a:spcAft>
              <a:buClr>
                <a:schemeClr val="lt1"/>
              </a:buClr>
              <a:buSzPts val="4800"/>
              <a:buFont typeface="IBM Plex Sans"/>
              <a:buNone/>
              <a:defRPr sz="4800">
                <a:solidFill>
                  <a:schemeClr val="lt1"/>
                </a:solidFill>
              </a:defRPr>
            </a:lvl2pPr>
            <a:lvl3pPr lvl="2" algn="ctr">
              <a:lnSpc>
                <a:spcPct val="100000"/>
              </a:lnSpc>
              <a:spcBef>
                <a:spcPts val="0"/>
              </a:spcBef>
              <a:spcAft>
                <a:spcPts val="0"/>
              </a:spcAft>
              <a:buClr>
                <a:schemeClr val="lt1"/>
              </a:buClr>
              <a:buSzPts val="4800"/>
              <a:buFont typeface="IBM Plex Sans"/>
              <a:buNone/>
              <a:defRPr sz="4800">
                <a:solidFill>
                  <a:schemeClr val="lt1"/>
                </a:solidFill>
              </a:defRPr>
            </a:lvl3pPr>
            <a:lvl4pPr lvl="3" algn="ctr">
              <a:lnSpc>
                <a:spcPct val="100000"/>
              </a:lnSpc>
              <a:spcBef>
                <a:spcPts val="0"/>
              </a:spcBef>
              <a:spcAft>
                <a:spcPts val="0"/>
              </a:spcAft>
              <a:buClr>
                <a:schemeClr val="lt1"/>
              </a:buClr>
              <a:buSzPts val="4800"/>
              <a:buFont typeface="IBM Plex Sans"/>
              <a:buNone/>
              <a:defRPr sz="4800">
                <a:solidFill>
                  <a:schemeClr val="lt1"/>
                </a:solidFill>
              </a:defRPr>
            </a:lvl4pPr>
            <a:lvl5pPr lvl="4" algn="ctr">
              <a:lnSpc>
                <a:spcPct val="100000"/>
              </a:lnSpc>
              <a:spcBef>
                <a:spcPts val="0"/>
              </a:spcBef>
              <a:spcAft>
                <a:spcPts val="0"/>
              </a:spcAft>
              <a:buClr>
                <a:schemeClr val="lt1"/>
              </a:buClr>
              <a:buSzPts val="4800"/>
              <a:buFont typeface="IBM Plex Sans"/>
              <a:buNone/>
              <a:defRPr sz="4800">
                <a:solidFill>
                  <a:schemeClr val="lt1"/>
                </a:solidFill>
              </a:defRPr>
            </a:lvl5pPr>
            <a:lvl6pPr lvl="5" algn="ctr">
              <a:lnSpc>
                <a:spcPct val="100000"/>
              </a:lnSpc>
              <a:spcBef>
                <a:spcPts val="0"/>
              </a:spcBef>
              <a:spcAft>
                <a:spcPts val="0"/>
              </a:spcAft>
              <a:buClr>
                <a:schemeClr val="lt1"/>
              </a:buClr>
              <a:buSzPts val="4800"/>
              <a:buFont typeface="IBM Plex Sans"/>
              <a:buNone/>
              <a:defRPr sz="4800">
                <a:solidFill>
                  <a:schemeClr val="lt1"/>
                </a:solidFill>
              </a:defRPr>
            </a:lvl6pPr>
            <a:lvl7pPr lvl="6" algn="ctr">
              <a:lnSpc>
                <a:spcPct val="100000"/>
              </a:lnSpc>
              <a:spcBef>
                <a:spcPts val="0"/>
              </a:spcBef>
              <a:spcAft>
                <a:spcPts val="0"/>
              </a:spcAft>
              <a:buClr>
                <a:schemeClr val="lt1"/>
              </a:buClr>
              <a:buSzPts val="4800"/>
              <a:buFont typeface="IBM Plex Sans"/>
              <a:buNone/>
              <a:defRPr sz="4800">
                <a:solidFill>
                  <a:schemeClr val="lt1"/>
                </a:solidFill>
              </a:defRPr>
            </a:lvl7pPr>
            <a:lvl8pPr lvl="7" algn="ctr">
              <a:lnSpc>
                <a:spcPct val="100000"/>
              </a:lnSpc>
              <a:spcBef>
                <a:spcPts val="0"/>
              </a:spcBef>
              <a:spcAft>
                <a:spcPts val="0"/>
              </a:spcAft>
              <a:buClr>
                <a:schemeClr val="lt1"/>
              </a:buClr>
              <a:buSzPts val="4800"/>
              <a:buFont typeface="IBM Plex Sans"/>
              <a:buNone/>
              <a:defRPr sz="4800">
                <a:solidFill>
                  <a:schemeClr val="lt1"/>
                </a:solidFill>
              </a:defRPr>
            </a:lvl8pPr>
            <a:lvl9pPr lvl="8" algn="ctr">
              <a:lnSpc>
                <a:spcPct val="100000"/>
              </a:lnSpc>
              <a:spcBef>
                <a:spcPts val="0"/>
              </a:spcBef>
              <a:spcAft>
                <a:spcPts val="0"/>
              </a:spcAft>
              <a:buClr>
                <a:schemeClr val="lt1"/>
              </a:buClr>
              <a:buSzPts val="4800"/>
              <a:buFont typeface="IBM Plex Sans"/>
              <a:buNone/>
              <a:defRPr sz="4800">
                <a:solidFill>
                  <a:schemeClr val="lt1"/>
                </a:solidFill>
              </a:defRPr>
            </a:lvl9pPr>
          </a:lstStyle>
          <a:p/>
        </p:txBody>
      </p:sp>
      <p:sp>
        <p:nvSpPr>
          <p:cNvPr id="294" name="Google Shape;294;p27"/>
          <p:cNvSpPr txBox="1"/>
          <p:nvPr>
            <p:ph idx="9"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95" name="Google Shape;295;p27"/>
          <p:cNvSpPr txBox="1"/>
          <p:nvPr>
            <p:ph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96" name="Google Shape;296;p2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97" name="Google Shape;297;p27"/>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98" name="Google Shape;298;p27"/>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99" name="Google Shape;299;p27"/>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8">
  <p:cSld name="CUSTOM_11_1_1">
    <p:bg>
      <p:bgPr>
        <a:solidFill>
          <a:schemeClr val="dk2"/>
        </a:solidFill>
      </p:bgPr>
    </p:bg>
    <p:spTree>
      <p:nvGrpSpPr>
        <p:cNvPr id="300" name="Shape 300"/>
        <p:cNvGrpSpPr/>
        <p:nvPr/>
      </p:nvGrpSpPr>
      <p:grpSpPr>
        <a:xfrm>
          <a:off x="0" y="0"/>
          <a:ext cx="0" cy="0"/>
          <a:chOff x="0" y="0"/>
          <a:chExt cx="0" cy="0"/>
        </a:xfrm>
      </p:grpSpPr>
      <p:cxnSp>
        <p:nvCxnSpPr>
          <p:cNvPr id="301" name="Google Shape;301;p28"/>
          <p:cNvCxnSpPr/>
          <p:nvPr/>
        </p:nvCxnSpPr>
        <p:spPr>
          <a:xfrm>
            <a:off x="3146975" y="0"/>
            <a:ext cx="0" cy="5143500"/>
          </a:xfrm>
          <a:prstGeom prst="straightConnector1">
            <a:avLst/>
          </a:prstGeom>
          <a:noFill/>
          <a:ln cap="flat" cmpd="sng" w="9525">
            <a:solidFill>
              <a:schemeClr val="lt2"/>
            </a:solidFill>
            <a:prstDash val="solid"/>
            <a:round/>
            <a:headEnd len="sm" w="sm" type="none"/>
            <a:tailEnd len="sm" w="sm" type="none"/>
          </a:ln>
        </p:spPr>
      </p:cxnSp>
      <p:sp>
        <p:nvSpPr>
          <p:cNvPr id="302" name="Google Shape;302;p28"/>
          <p:cNvSpPr txBox="1"/>
          <p:nvPr>
            <p:ph idx="1" type="subTitle"/>
          </p:nvPr>
        </p:nvSpPr>
        <p:spPr>
          <a:xfrm>
            <a:off x="436725" y="814800"/>
            <a:ext cx="23019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303" name="Google Shape;303;p28"/>
          <p:cNvSpPr txBox="1"/>
          <p:nvPr>
            <p:ph type="title"/>
          </p:nvPr>
        </p:nvSpPr>
        <p:spPr>
          <a:xfrm>
            <a:off x="436725" y="1231825"/>
            <a:ext cx="23019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304" name="Google Shape;304;p28"/>
          <p:cNvSpPr txBox="1"/>
          <p:nvPr>
            <p:ph idx="2" type="subTitle"/>
          </p:nvPr>
        </p:nvSpPr>
        <p:spPr>
          <a:xfrm>
            <a:off x="3687450" y="8148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05" name="Google Shape;305;p28"/>
          <p:cNvSpPr txBox="1"/>
          <p:nvPr>
            <p:ph idx="3" type="subTitle"/>
          </p:nvPr>
        </p:nvSpPr>
        <p:spPr>
          <a:xfrm>
            <a:off x="5948075" y="8148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306" name="Google Shape;306;p28"/>
          <p:cNvSpPr txBox="1"/>
          <p:nvPr>
            <p:ph idx="4" type="subTitle"/>
          </p:nvPr>
        </p:nvSpPr>
        <p:spPr>
          <a:xfrm>
            <a:off x="3687450" y="18351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07" name="Google Shape;307;p28"/>
          <p:cNvSpPr txBox="1"/>
          <p:nvPr>
            <p:ph idx="5" type="subTitle"/>
          </p:nvPr>
        </p:nvSpPr>
        <p:spPr>
          <a:xfrm>
            <a:off x="5948075" y="18351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308" name="Google Shape;308;p28"/>
          <p:cNvSpPr txBox="1"/>
          <p:nvPr>
            <p:ph idx="6" type="subTitle"/>
          </p:nvPr>
        </p:nvSpPr>
        <p:spPr>
          <a:xfrm>
            <a:off x="3687450" y="28554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09" name="Google Shape;309;p28"/>
          <p:cNvSpPr txBox="1"/>
          <p:nvPr>
            <p:ph idx="7" type="subTitle"/>
          </p:nvPr>
        </p:nvSpPr>
        <p:spPr>
          <a:xfrm>
            <a:off x="5948075" y="28554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310" name="Google Shape;310;p28"/>
          <p:cNvSpPr txBox="1"/>
          <p:nvPr>
            <p:ph idx="8" type="subTitle"/>
          </p:nvPr>
        </p:nvSpPr>
        <p:spPr>
          <a:xfrm>
            <a:off x="3687450" y="38757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11" name="Google Shape;311;p28"/>
          <p:cNvSpPr txBox="1"/>
          <p:nvPr>
            <p:ph idx="9" type="subTitle"/>
          </p:nvPr>
        </p:nvSpPr>
        <p:spPr>
          <a:xfrm>
            <a:off x="5948075" y="38757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grpSp>
        <p:nvGrpSpPr>
          <p:cNvPr id="312" name="Google Shape;312;p28"/>
          <p:cNvGrpSpPr/>
          <p:nvPr/>
        </p:nvGrpSpPr>
        <p:grpSpPr>
          <a:xfrm>
            <a:off x="-2496534" y="3870995"/>
            <a:ext cx="6226684" cy="6226684"/>
            <a:chOff x="-3059650" y="1891300"/>
            <a:chExt cx="7160400" cy="7160400"/>
          </a:xfrm>
        </p:grpSpPr>
        <p:sp>
          <p:nvSpPr>
            <p:cNvPr id="313" name="Google Shape;313;p28"/>
            <p:cNvSpPr/>
            <p:nvPr/>
          </p:nvSpPr>
          <p:spPr>
            <a:xfrm flipH="1" rot="5400000">
              <a:off x="-3059650" y="1891300"/>
              <a:ext cx="7160400" cy="7160400"/>
            </a:xfrm>
            <a:prstGeom prst="arc">
              <a:avLst>
                <a:gd fmla="val 18371962" name="adj1"/>
                <a:gd fmla="val 69257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314" name="Google Shape;314;p28"/>
            <p:cNvSpPr/>
            <p:nvPr/>
          </p:nvSpPr>
          <p:spPr>
            <a:xfrm flipH="1" rot="5400000">
              <a:off x="-1851199" y="3109695"/>
              <a:ext cx="4734900" cy="4735200"/>
            </a:xfrm>
            <a:prstGeom prst="arc">
              <a:avLst>
                <a:gd fmla="val 20003341" name="adj1"/>
                <a:gd fmla="val 105165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315" name="Google Shape;315;p28"/>
            <p:cNvSpPr/>
            <p:nvPr/>
          </p:nvSpPr>
          <p:spPr>
            <a:xfrm>
              <a:off x="558070" y="1959534"/>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316" name="Google Shape;316;p2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317" name="Google Shape;317;p28"/>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318" name="Google Shape;318;p28"/>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319" name="Google Shape;319;p28"/>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12">
    <p:spTree>
      <p:nvGrpSpPr>
        <p:cNvPr id="320" name="Shape 320"/>
        <p:cNvGrpSpPr/>
        <p:nvPr/>
      </p:nvGrpSpPr>
      <p:grpSpPr>
        <a:xfrm>
          <a:off x="0" y="0"/>
          <a:ext cx="0" cy="0"/>
          <a:chOff x="0" y="0"/>
          <a:chExt cx="0" cy="0"/>
        </a:xfrm>
      </p:grpSpPr>
      <p:sp>
        <p:nvSpPr>
          <p:cNvPr id="321" name="Google Shape;321;p29"/>
          <p:cNvSpPr txBox="1"/>
          <p:nvPr>
            <p:ph type="title"/>
          </p:nvPr>
        </p:nvSpPr>
        <p:spPr>
          <a:xfrm>
            <a:off x="436725" y="1856744"/>
            <a:ext cx="4182300" cy="1726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322" name="Google Shape;322;p29"/>
          <p:cNvSpPr txBox="1"/>
          <p:nvPr>
            <p:ph idx="1" type="subTitle"/>
          </p:nvPr>
        </p:nvSpPr>
        <p:spPr>
          <a:xfrm>
            <a:off x="436725" y="4040806"/>
            <a:ext cx="43467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323" name="Google Shape;323;p2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grpSp>
        <p:nvGrpSpPr>
          <p:cNvPr id="324" name="Google Shape;324;p29"/>
          <p:cNvGrpSpPr/>
          <p:nvPr/>
        </p:nvGrpSpPr>
        <p:grpSpPr>
          <a:xfrm>
            <a:off x="4617928" y="-2295175"/>
            <a:ext cx="8097622" cy="8097300"/>
            <a:chOff x="4617928" y="-2295175"/>
            <a:chExt cx="8097622" cy="8097300"/>
          </a:xfrm>
        </p:grpSpPr>
        <p:sp>
          <p:nvSpPr>
            <p:cNvPr id="325" name="Google Shape;325;p29"/>
            <p:cNvSpPr/>
            <p:nvPr/>
          </p:nvSpPr>
          <p:spPr>
            <a:xfrm rot="10800000">
              <a:off x="7966809" y="4424636"/>
              <a:ext cx="1375200" cy="1375500"/>
            </a:xfrm>
            <a:prstGeom prst="arc">
              <a:avLst>
                <a:gd fmla="val 21412732" name="adj1"/>
                <a:gd fmla="val 8118525"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26" name="Google Shape;326;p29"/>
            <p:cNvSpPr/>
            <p:nvPr/>
          </p:nvSpPr>
          <p:spPr>
            <a:xfrm rot="10800000">
              <a:off x="4617928" y="981337"/>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27" name="Google Shape;327;p29"/>
            <p:cNvSpPr/>
            <p:nvPr/>
          </p:nvSpPr>
          <p:spPr>
            <a:xfrm rot="10800000">
              <a:off x="6503978" y="2402224"/>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28" name="Google Shape;328;p29"/>
            <p:cNvSpPr/>
            <p:nvPr/>
          </p:nvSpPr>
          <p:spPr>
            <a:xfrm rot="10800000">
              <a:off x="4618250" y="-2295175"/>
              <a:ext cx="8097300" cy="8097300"/>
            </a:xfrm>
            <a:prstGeom prst="arc">
              <a:avLst>
                <a:gd fmla="val 18189000" name="adj1"/>
                <a:gd fmla="val 154273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329" name="Google Shape;329;p29"/>
            <p:cNvSpPr/>
            <p:nvPr/>
          </p:nvSpPr>
          <p:spPr>
            <a:xfrm rot="10800000">
              <a:off x="7371951" y="458150"/>
              <a:ext cx="2590200" cy="2590500"/>
            </a:xfrm>
            <a:prstGeom prst="arc">
              <a:avLst>
                <a:gd fmla="val 14906789" name="adj1"/>
                <a:gd fmla="val 669075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30" name="Google Shape;330;p29"/>
            <p:cNvSpPr/>
            <p:nvPr/>
          </p:nvSpPr>
          <p:spPr>
            <a:xfrm rot="10800000">
              <a:off x="5993840" y="-923950"/>
              <a:ext cx="5354400" cy="5354700"/>
            </a:xfrm>
            <a:prstGeom prst="arc">
              <a:avLst>
                <a:gd fmla="val 15584619" name="adj1"/>
                <a:gd fmla="val 2466172"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grpSp>
      <p:cxnSp>
        <p:nvCxnSpPr>
          <p:cNvPr id="331" name="Google Shape;331;p29"/>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332" name="Google Shape;332;p29"/>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333" name="Google Shape;333;p29"/>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30"/>
          <p:cNvSpPr txBox="1"/>
          <p:nvPr>
            <p:ph type="ctrTitle"/>
          </p:nvPr>
        </p:nvSpPr>
        <p:spPr>
          <a:xfrm>
            <a:off x="311708" y="744575"/>
            <a:ext cx="8520600" cy="20526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5200"/>
              <a:buChar char="●"/>
              <a:defRPr sz="5200"/>
            </a:lvl1pPr>
            <a:lvl2pPr lvl="1" algn="ctr">
              <a:lnSpc>
                <a:spcPct val="115000"/>
              </a:lnSpc>
              <a:spcBef>
                <a:spcPts val="0"/>
              </a:spcBef>
              <a:spcAft>
                <a:spcPts val="0"/>
              </a:spcAft>
              <a:buSzPts val="5200"/>
              <a:buChar char="○"/>
              <a:defRPr sz="5200"/>
            </a:lvl2pPr>
            <a:lvl3pPr lvl="2" algn="ctr">
              <a:lnSpc>
                <a:spcPct val="115000"/>
              </a:lnSpc>
              <a:spcBef>
                <a:spcPts val="0"/>
              </a:spcBef>
              <a:spcAft>
                <a:spcPts val="0"/>
              </a:spcAft>
              <a:buSzPts val="5200"/>
              <a:buChar char="■"/>
              <a:defRPr sz="5200"/>
            </a:lvl3pPr>
            <a:lvl4pPr lvl="3" algn="ctr">
              <a:lnSpc>
                <a:spcPct val="115000"/>
              </a:lnSpc>
              <a:spcBef>
                <a:spcPts val="0"/>
              </a:spcBef>
              <a:spcAft>
                <a:spcPts val="0"/>
              </a:spcAft>
              <a:buSzPts val="5200"/>
              <a:buChar char="●"/>
              <a:defRPr sz="5200"/>
            </a:lvl4pPr>
            <a:lvl5pPr lvl="4" algn="ctr">
              <a:lnSpc>
                <a:spcPct val="115000"/>
              </a:lnSpc>
              <a:spcBef>
                <a:spcPts val="0"/>
              </a:spcBef>
              <a:spcAft>
                <a:spcPts val="0"/>
              </a:spcAft>
              <a:buSzPts val="5200"/>
              <a:buChar char="○"/>
              <a:defRPr sz="5200"/>
            </a:lvl5pPr>
            <a:lvl6pPr lvl="5" algn="ctr">
              <a:lnSpc>
                <a:spcPct val="115000"/>
              </a:lnSpc>
              <a:spcBef>
                <a:spcPts val="0"/>
              </a:spcBef>
              <a:spcAft>
                <a:spcPts val="0"/>
              </a:spcAft>
              <a:buSzPts val="5200"/>
              <a:buChar char="■"/>
              <a:defRPr sz="5200"/>
            </a:lvl6pPr>
            <a:lvl7pPr lvl="6" algn="ctr">
              <a:lnSpc>
                <a:spcPct val="115000"/>
              </a:lnSpc>
              <a:spcBef>
                <a:spcPts val="0"/>
              </a:spcBef>
              <a:spcAft>
                <a:spcPts val="0"/>
              </a:spcAft>
              <a:buSzPts val="5200"/>
              <a:buChar char="●"/>
              <a:defRPr sz="5200"/>
            </a:lvl7pPr>
            <a:lvl8pPr lvl="7" algn="ctr">
              <a:lnSpc>
                <a:spcPct val="115000"/>
              </a:lnSpc>
              <a:spcBef>
                <a:spcPts val="0"/>
              </a:spcBef>
              <a:spcAft>
                <a:spcPts val="0"/>
              </a:spcAft>
              <a:buSzPts val="5200"/>
              <a:buChar char="○"/>
              <a:defRPr sz="5200"/>
            </a:lvl8pPr>
            <a:lvl9pPr lvl="8" algn="ctr">
              <a:lnSpc>
                <a:spcPct val="115000"/>
              </a:lnSpc>
              <a:spcBef>
                <a:spcPts val="0"/>
              </a:spcBef>
              <a:spcAft>
                <a:spcPts val="0"/>
              </a:spcAft>
              <a:buSzPts val="5200"/>
              <a:buChar char="■"/>
              <a:defRPr sz="5200"/>
            </a:lvl9pPr>
          </a:lstStyle>
          <a:p/>
        </p:txBody>
      </p:sp>
      <p:sp>
        <p:nvSpPr>
          <p:cNvPr id="336" name="Google Shape;336;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31"/>
          <p:cNvSpPr txBox="1"/>
          <p:nvPr>
            <p:ph type="title"/>
          </p:nvPr>
        </p:nvSpPr>
        <p:spPr>
          <a:xfrm>
            <a:off x="311700" y="2150850"/>
            <a:ext cx="8520600" cy="841800"/>
          </a:xfrm>
          <a:prstGeom prst="rect">
            <a:avLst/>
          </a:prstGeom>
          <a:noFill/>
          <a:ln>
            <a:noFill/>
          </a:ln>
        </p:spPr>
        <p:txBody>
          <a:bodyPr anchorCtr="0" anchor="ctr" bIns="0" lIns="0" spcFirstLastPara="1" rIns="0" wrap="square" tIns="0">
            <a:spAutoFit/>
          </a:bodyPr>
          <a:lstStyle>
            <a:lvl1pPr lvl="0" algn="ctr">
              <a:lnSpc>
                <a:spcPct val="100000"/>
              </a:lnSpc>
              <a:spcBef>
                <a:spcPts val="0"/>
              </a:spcBef>
              <a:spcAft>
                <a:spcPts val="0"/>
              </a:spcAft>
              <a:buSzPts val="3600"/>
              <a:buChar char="●"/>
              <a:defRPr/>
            </a:lvl1pPr>
            <a:lvl2pPr lvl="1" algn="ctr">
              <a:lnSpc>
                <a:spcPct val="115000"/>
              </a:lnSpc>
              <a:spcBef>
                <a:spcPts val="0"/>
              </a:spcBef>
              <a:spcAft>
                <a:spcPts val="0"/>
              </a:spcAft>
              <a:buSzPts val="3600"/>
              <a:buChar char="○"/>
              <a:defRPr sz="3600"/>
            </a:lvl2pPr>
            <a:lvl3pPr lvl="2" algn="ctr">
              <a:lnSpc>
                <a:spcPct val="115000"/>
              </a:lnSpc>
              <a:spcBef>
                <a:spcPts val="0"/>
              </a:spcBef>
              <a:spcAft>
                <a:spcPts val="0"/>
              </a:spcAft>
              <a:buSzPts val="3600"/>
              <a:buChar char="■"/>
              <a:defRPr sz="3600"/>
            </a:lvl3pPr>
            <a:lvl4pPr lvl="3" algn="ctr">
              <a:lnSpc>
                <a:spcPct val="115000"/>
              </a:lnSpc>
              <a:spcBef>
                <a:spcPts val="0"/>
              </a:spcBef>
              <a:spcAft>
                <a:spcPts val="0"/>
              </a:spcAft>
              <a:buSzPts val="3600"/>
              <a:buChar char="●"/>
              <a:defRPr sz="3600"/>
            </a:lvl4pPr>
            <a:lvl5pPr lvl="4" algn="ctr">
              <a:lnSpc>
                <a:spcPct val="115000"/>
              </a:lnSpc>
              <a:spcBef>
                <a:spcPts val="0"/>
              </a:spcBef>
              <a:spcAft>
                <a:spcPts val="0"/>
              </a:spcAft>
              <a:buSzPts val="3600"/>
              <a:buChar char="○"/>
              <a:defRPr sz="3600"/>
            </a:lvl5pPr>
            <a:lvl6pPr lvl="5" algn="ctr">
              <a:lnSpc>
                <a:spcPct val="115000"/>
              </a:lnSpc>
              <a:spcBef>
                <a:spcPts val="0"/>
              </a:spcBef>
              <a:spcAft>
                <a:spcPts val="0"/>
              </a:spcAft>
              <a:buSzPts val="3600"/>
              <a:buChar char="■"/>
              <a:defRPr sz="3600"/>
            </a:lvl6pPr>
            <a:lvl7pPr lvl="6" algn="ctr">
              <a:lnSpc>
                <a:spcPct val="115000"/>
              </a:lnSpc>
              <a:spcBef>
                <a:spcPts val="0"/>
              </a:spcBef>
              <a:spcAft>
                <a:spcPts val="0"/>
              </a:spcAft>
              <a:buSzPts val="3600"/>
              <a:buChar char="●"/>
              <a:defRPr sz="3600"/>
            </a:lvl7pPr>
            <a:lvl8pPr lvl="7" algn="ctr">
              <a:lnSpc>
                <a:spcPct val="115000"/>
              </a:lnSpc>
              <a:spcBef>
                <a:spcPts val="0"/>
              </a:spcBef>
              <a:spcAft>
                <a:spcPts val="0"/>
              </a:spcAft>
              <a:buSzPts val="3600"/>
              <a:buChar char="○"/>
              <a:defRPr sz="3600"/>
            </a:lvl8pPr>
            <a:lvl9pPr lvl="8" algn="ctr">
              <a:lnSpc>
                <a:spcPct val="115000"/>
              </a:lnSpc>
              <a:spcBef>
                <a:spcPts val="0"/>
              </a:spcBef>
              <a:spcAft>
                <a:spcPts val="0"/>
              </a:spcAft>
              <a:buSzPts val="3600"/>
              <a:buChar char="■"/>
              <a:defRPr sz="3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32"/>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341" name="Google Shape;341;p32"/>
          <p:cNvSpPr txBox="1"/>
          <p:nvPr>
            <p:ph idx="1" type="body"/>
          </p:nvPr>
        </p:nvSpPr>
        <p:spPr>
          <a:xfrm>
            <a:off x="311700" y="1152475"/>
            <a:ext cx="8520600" cy="34164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33"/>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344" name="Google Shape;344;p33"/>
          <p:cNvSpPr txBox="1"/>
          <p:nvPr>
            <p:ph idx="1" type="body"/>
          </p:nvPr>
        </p:nvSpPr>
        <p:spPr>
          <a:xfrm>
            <a:off x="311700" y="1152475"/>
            <a:ext cx="3999900" cy="34164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45" name="Google Shape;345;p33"/>
          <p:cNvSpPr txBox="1"/>
          <p:nvPr>
            <p:ph idx="2" type="body"/>
          </p:nvPr>
        </p:nvSpPr>
        <p:spPr>
          <a:xfrm>
            <a:off x="4832400" y="1152475"/>
            <a:ext cx="3999900" cy="3416400"/>
          </a:xfrm>
          <a:prstGeom prst="rect">
            <a:avLst/>
          </a:prstGeom>
          <a:noFill/>
          <a:ln>
            <a:noFill/>
          </a:ln>
        </p:spPr>
        <p:txBody>
          <a:bodyPr anchorCtr="0" anchor="b"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34"/>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35"/>
          <p:cNvSpPr txBox="1"/>
          <p:nvPr>
            <p:ph type="title"/>
          </p:nvPr>
        </p:nvSpPr>
        <p:spPr>
          <a:xfrm>
            <a:off x="311700" y="555600"/>
            <a:ext cx="2808000" cy="755700"/>
          </a:xfrm>
          <a:prstGeom prst="rect">
            <a:avLst/>
          </a:prstGeom>
          <a:noFill/>
          <a:ln>
            <a:noFill/>
          </a:ln>
        </p:spPr>
        <p:txBody>
          <a:bodyPr anchorCtr="0" anchor="b" bIns="0" lIns="0" spcFirstLastPara="1" rIns="0" wrap="square" tIns="0">
            <a:spAutoFit/>
          </a:bodyPr>
          <a:lstStyle>
            <a:lvl1pPr lvl="0" algn="l">
              <a:lnSpc>
                <a:spcPct val="100000"/>
              </a:lnSpc>
              <a:spcBef>
                <a:spcPts val="0"/>
              </a:spcBef>
              <a:spcAft>
                <a:spcPts val="0"/>
              </a:spcAft>
              <a:buSzPts val="2400"/>
              <a:buChar char="●"/>
              <a:defRPr sz="2400"/>
            </a:lvl1pPr>
            <a:lvl2pPr lvl="1" algn="l">
              <a:lnSpc>
                <a:spcPct val="115000"/>
              </a:lnSpc>
              <a:spcBef>
                <a:spcPts val="0"/>
              </a:spcBef>
              <a:spcAft>
                <a:spcPts val="0"/>
              </a:spcAft>
              <a:buSzPts val="2400"/>
              <a:buChar char="○"/>
              <a:defRPr sz="2400"/>
            </a:lvl2pPr>
            <a:lvl3pPr lvl="2" algn="l">
              <a:lnSpc>
                <a:spcPct val="115000"/>
              </a:lnSpc>
              <a:spcBef>
                <a:spcPts val="0"/>
              </a:spcBef>
              <a:spcAft>
                <a:spcPts val="0"/>
              </a:spcAft>
              <a:buSzPts val="2400"/>
              <a:buChar char="■"/>
              <a:defRPr sz="2400"/>
            </a:lvl3pPr>
            <a:lvl4pPr lvl="3" algn="l">
              <a:lnSpc>
                <a:spcPct val="115000"/>
              </a:lnSpc>
              <a:spcBef>
                <a:spcPts val="0"/>
              </a:spcBef>
              <a:spcAft>
                <a:spcPts val="0"/>
              </a:spcAft>
              <a:buSzPts val="2400"/>
              <a:buChar char="●"/>
              <a:defRPr sz="2400"/>
            </a:lvl4pPr>
            <a:lvl5pPr lvl="4" algn="l">
              <a:lnSpc>
                <a:spcPct val="115000"/>
              </a:lnSpc>
              <a:spcBef>
                <a:spcPts val="0"/>
              </a:spcBef>
              <a:spcAft>
                <a:spcPts val="0"/>
              </a:spcAft>
              <a:buSzPts val="2400"/>
              <a:buChar char="○"/>
              <a:defRPr sz="2400"/>
            </a:lvl5pPr>
            <a:lvl6pPr lvl="5" algn="l">
              <a:lnSpc>
                <a:spcPct val="115000"/>
              </a:lnSpc>
              <a:spcBef>
                <a:spcPts val="0"/>
              </a:spcBef>
              <a:spcAft>
                <a:spcPts val="0"/>
              </a:spcAft>
              <a:buSzPts val="2400"/>
              <a:buChar char="■"/>
              <a:defRPr sz="2400"/>
            </a:lvl6pPr>
            <a:lvl7pPr lvl="6" algn="l">
              <a:lnSpc>
                <a:spcPct val="115000"/>
              </a:lnSpc>
              <a:spcBef>
                <a:spcPts val="0"/>
              </a:spcBef>
              <a:spcAft>
                <a:spcPts val="0"/>
              </a:spcAft>
              <a:buSzPts val="2400"/>
              <a:buChar char="●"/>
              <a:defRPr sz="2400"/>
            </a:lvl7pPr>
            <a:lvl8pPr lvl="7" algn="l">
              <a:lnSpc>
                <a:spcPct val="115000"/>
              </a:lnSpc>
              <a:spcBef>
                <a:spcPts val="0"/>
              </a:spcBef>
              <a:spcAft>
                <a:spcPts val="0"/>
              </a:spcAft>
              <a:buSzPts val="2400"/>
              <a:buChar char="○"/>
              <a:defRPr sz="2400"/>
            </a:lvl8pPr>
            <a:lvl9pPr lvl="8" algn="l">
              <a:lnSpc>
                <a:spcPct val="115000"/>
              </a:lnSpc>
              <a:spcBef>
                <a:spcPts val="0"/>
              </a:spcBef>
              <a:spcAft>
                <a:spcPts val="0"/>
              </a:spcAft>
              <a:buSzPts val="2400"/>
              <a:buChar char="■"/>
              <a:defRPr sz="2400"/>
            </a:lvl9pPr>
          </a:lstStyle>
          <a:p/>
        </p:txBody>
      </p:sp>
      <p:sp>
        <p:nvSpPr>
          <p:cNvPr id="350" name="Google Shape;350;p35"/>
          <p:cNvSpPr txBox="1"/>
          <p:nvPr>
            <p:ph idx="1" type="body"/>
          </p:nvPr>
        </p:nvSpPr>
        <p:spPr>
          <a:xfrm>
            <a:off x="311700" y="1389600"/>
            <a:ext cx="2808000" cy="31794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36"/>
          <p:cNvSpPr txBox="1"/>
          <p:nvPr>
            <p:ph type="title"/>
          </p:nvPr>
        </p:nvSpPr>
        <p:spPr>
          <a:xfrm>
            <a:off x="490250" y="450150"/>
            <a:ext cx="6367800" cy="40908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4800"/>
              <a:buChar char="●"/>
              <a:defRPr sz="4800"/>
            </a:lvl1pPr>
            <a:lvl2pPr lvl="1" algn="l">
              <a:lnSpc>
                <a:spcPct val="115000"/>
              </a:lnSpc>
              <a:spcBef>
                <a:spcPts val="0"/>
              </a:spcBef>
              <a:spcAft>
                <a:spcPts val="0"/>
              </a:spcAft>
              <a:buSzPts val="4800"/>
              <a:buChar char="○"/>
              <a:defRPr sz="4800"/>
            </a:lvl2pPr>
            <a:lvl3pPr lvl="2" algn="l">
              <a:lnSpc>
                <a:spcPct val="115000"/>
              </a:lnSpc>
              <a:spcBef>
                <a:spcPts val="0"/>
              </a:spcBef>
              <a:spcAft>
                <a:spcPts val="0"/>
              </a:spcAft>
              <a:buSzPts val="4800"/>
              <a:buChar char="■"/>
              <a:defRPr sz="4800"/>
            </a:lvl3pPr>
            <a:lvl4pPr lvl="3" algn="l">
              <a:lnSpc>
                <a:spcPct val="115000"/>
              </a:lnSpc>
              <a:spcBef>
                <a:spcPts val="0"/>
              </a:spcBef>
              <a:spcAft>
                <a:spcPts val="0"/>
              </a:spcAft>
              <a:buSzPts val="4800"/>
              <a:buChar char="●"/>
              <a:defRPr sz="4800"/>
            </a:lvl4pPr>
            <a:lvl5pPr lvl="4" algn="l">
              <a:lnSpc>
                <a:spcPct val="115000"/>
              </a:lnSpc>
              <a:spcBef>
                <a:spcPts val="0"/>
              </a:spcBef>
              <a:spcAft>
                <a:spcPts val="0"/>
              </a:spcAft>
              <a:buSzPts val="4800"/>
              <a:buChar char="○"/>
              <a:defRPr sz="4800"/>
            </a:lvl5pPr>
            <a:lvl6pPr lvl="5" algn="l">
              <a:lnSpc>
                <a:spcPct val="115000"/>
              </a:lnSpc>
              <a:spcBef>
                <a:spcPts val="0"/>
              </a:spcBef>
              <a:spcAft>
                <a:spcPts val="0"/>
              </a:spcAft>
              <a:buSzPts val="4800"/>
              <a:buChar char="■"/>
              <a:defRPr sz="4800"/>
            </a:lvl6pPr>
            <a:lvl7pPr lvl="6" algn="l">
              <a:lnSpc>
                <a:spcPct val="115000"/>
              </a:lnSpc>
              <a:spcBef>
                <a:spcPts val="0"/>
              </a:spcBef>
              <a:spcAft>
                <a:spcPts val="0"/>
              </a:spcAft>
              <a:buSzPts val="4800"/>
              <a:buChar char="●"/>
              <a:defRPr sz="4800"/>
            </a:lvl7pPr>
            <a:lvl8pPr lvl="7" algn="l">
              <a:lnSpc>
                <a:spcPct val="115000"/>
              </a:lnSpc>
              <a:spcBef>
                <a:spcPts val="0"/>
              </a:spcBef>
              <a:spcAft>
                <a:spcPts val="0"/>
              </a:spcAft>
              <a:buSzPts val="4800"/>
              <a:buChar char="○"/>
              <a:defRPr sz="4800"/>
            </a:lvl8pPr>
            <a:lvl9pPr lvl="8" algn="l">
              <a:lnSpc>
                <a:spcPct val="115000"/>
              </a:lnSpc>
              <a:spcBef>
                <a:spcPts val="0"/>
              </a:spcBef>
              <a:spcAft>
                <a:spcPts val="0"/>
              </a:spcAft>
              <a:buSzPts val="4800"/>
              <a:buChar char="■"/>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37"/>
          <p:cNvSpPr txBox="1"/>
          <p:nvPr>
            <p:ph type="title"/>
          </p:nvPr>
        </p:nvSpPr>
        <p:spPr>
          <a:xfrm>
            <a:off x="265500" y="1233175"/>
            <a:ext cx="4045200" cy="14823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4200"/>
              <a:buChar char="●"/>
              <a:defRPr sz="4200"/>
            </a:lvl1pPr>
            <a:lvl2pPr lvl="1" algn="ctr">
              <a:lnSpc>
                <a:spcPct val="115000"/>
              </a:lnSpc>
              <a:spcBef>
                <a:spcPts val="0"/>
              </a:spcBef>
              <a:spcAft>
                <a:spcPts val="0"/>
              </a:spcAft>
              <a:buSzPts val="4200"/>
              <a:buChar char="○"/>
              <a:defRPr sz="4200"/>
            </a:lvl2pPr>
            <a:lvl3pPr lvl="2" algn="ctr">
              <a:lnSpc>
                <a:spcPct val="115000"/>
              </a:lnSpc>
              <a:spcBef>
                <a:spcPts val="0"/>
              </a:spcBef>
              <a:spcAft>
                <a:spcPts val="0"/>
              </a:spcAft>
              <a:buSzPts val="4200"/>
              <a:buChar char="■"/>
              <a:defRPr sz="4200"/>
            </a:lvl3pPr>
            <a:lvl4pPr lvl="3" algn="ctr">
              <a:lnSpc>
                <a:spcPct val="115000"/>
              </a:lnSpc>
              <a:spcBef>
                <a:spcPts val="0"/>
              </a:spcBef>
              <a:spcAft>
                <a:spcPts val="0"/>
              </a:spcAft>
              <a:buSzPts val="4200"/>
              <a:buChar char="●"/>
              <a:defRPr sz="4200"/>
            </a:lvl4pPr>
            <a:lvl5pPr lvl="4" algn="ctr">
              <a:lnSpc>
                <a:spcPct val="115000"/>
              </a:lnSpc>
              <a:spcBef>
                <a:spcPts val="0"/>
              </a:spcBef>
              <a:spcAft>
                <a:spcPts val="0"/>
              </a:spcAft>
              <a:buSzPts val="4200"/>
              <a:buChar char="○"/>
              <a:defRPr sz="4200"/>
            </a:lvl5pPr>
            <a:lvl6pPr lvl="5" algn="ctr">
              <a:lnSpc>
                <a:spcPct val="115000"/>
              </a:lnSpc>
              <a:spcBef>
                <a:spcPts val="0"/>
              </a:spcBef>
              <a:spcAft>
                <a:spcPts val="0"/>
              </a:spcAft>
              <a:buSzPts val="4200"/>
              <a:buChar char="■"/>
              <a:defRPr sz="4200"/>
            </a:lvl6pPr>
            <a:lvl7pPr lvl="6" algn="ctr">
              <a:lnSpc>
                <a:spcPct val="115000"/>
              </a:lnSpc>
              <a:spcBef>
                <a:spcPts val="0"/>
              </a:spcBef>
              <a:spcAft>
                <a:spcPts val="0"/>
              </a:spcAft>
              <a:buSzPts val="4200"/>
              <a:buChar char="●"/>
              <a:defRPr sz="4200"/>
            </a:lvl7pPr>
            <a:lvl8pPr lvl="7" algn="ctr">
              <a:lnSpc>
                <a:spcPct val="115000"/>
              </a:lnSpc>
              <a:spcBef>
                <a:spcPts val="0"/>
              </a:spcBef>
              <a:spcAft>
                <a:spcPts val="0"/>
              </a:spcAft>
              <a:buSzPts val="4200"/>
              <a:buChar char="○"/>
              <a:defRPr sz="4200"/>
            </a:lvl8pPr>
            <a:lvl9pPr lvl="8" algn="ctr">
              <a:lnSpc>
                <a:spcPct val="115000"/>
              </a:lnSpc>
              <a:spcBef>
                <a:spcPts val="0"/>
              </a:spcBef>
              <a:spcAft>
                <a:spcPts val="0"/>
              </a:spcAft>
              <a:buSzPts val="4200"/>
              <a:buChar char="■"/>
              <a:defRPr sz="4200"/>
            </a:lvl9pPr>
          </a:lstStyle>
          <a:p/>
        </p:txBody>
      </p:sp>
      <p:sp>
        <p:nvSpPr>
          <p:cNvPr id="355" name="Google Shape;355;p3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6" name="Google Shape;356;p3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000"/>
              <a:buNone/>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9"/>
          <p:cNvSpPr txBox="1"/>
          <p:nvPr>
            <p:ph type="title"/>
          </p:nvPr>
        </p:nvSpPr>
        <p:spPr>
          <a:xfrm>
            <a:off x="311700" y="1106125"/>
            <a:ext cx="8520600" cy="19635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12000"/>
              <a:buChar char="●"/>
              <a:defRPr sz="12000"/>
            </a:lvl1pPr>
            <a:lvl2pPr lvl="1" algn="ctr">
              <a:lnSpc>
                <a:spcPct val="115000"/>
              </a:lnSpc>
              <a:spcBef>
                <a:spcPts val="0"/>
              </a:spcBef>
              <a:spcAft>
                <a:spcPts val="0"/>
              </a:spcAft>
              <a:buSzPts val="12000"/>
              <a:buChar char="○"/>
              <a:defRPr sz="12000"/>
            </a:lvl2pPr>
            <a:lvl3pPr lvl="2" algn="ctr">
              <a:lnSpc>
                <a:spcPct val="115000"/>
              </a:lnSpc>
              <a:spcBef>
                <a:spcPts val="0"/>
              </a:spcBef>
              <a:spcAft>
                <a:spcPts val="0"/>
              </a:spcAft>
              <a:buSzPts val="12000"/>
              <a:buChar char="■"/>
              <a:defRPr sz="12000"/>
            </a:lvl3pPr>
            <a:lvl4pPr lvl="3" algn="ctr">
              <a:lnSpc>
                <a:spcPct val="115000"/>
              </a:lnSpc>
              <a:spcBef>
                <a:spcPts val="0"/>
              </a:spcBef>
              <a:spcAft>
                <a:spcPts val="0"/>
              </a:spcAft>
              <a:buSzPts val="12000"/>
              <a:buChar char="●"/>
              <a:defRPr sz="12000"/>
            </a:lvl4pPr>
            <a:lvl5pPr lvl="4" algn="ctr">
              <a:lnSpc>
                <a:spcPct val="115000"/>
              </a:lnSpc>
              <a:spcBef>
                <a:spcPts val="0"/>
              </a:spcBef>
              <a:spcAft>
                <a:spcPts val="0"/>
              </a:spcAft>
              <a:buSzPts val="12000"/>
              <a:buChar char="○"/>
              <a:defRPr sz="12000"/>
            </a:lvl5pPr>
            <a:lvl6pPr lvl="5" algn="ctr">
              <a:lnSpc>
                <a:spcPct val="115000"/>
              </a:lnSpc>
              <a:spcBef>
                <a:spcPts val="0"/>
              </a:spcBef>
              <a:spcAft>
                <a:spcPts val="0"/>
              </a:spcAft>
              <a:buSzPts val="12000"/>
              <a:buChar char="■"/>
              <a:defRPr sz="12000"/>
            </a:lvl6pPr>
            <a:lvl7pPr lvl="6" algn="ctr">
              <a:lnSpc>
                <a:spcPct val="115000"/>
              </a:lnSpc>
              <a:spcBef>
                <a:spcPts val="0"/>
              </a:spcBef>
              <a:spcAft>
                <a:spcPts val="0"/>
              </a:spcAft>
              <a:buSzPts val="12000"/>
              <a:buChar char="●"/>
              <a:defRPr sz="12000"/>
            </a:lvl7pPr>
            <a:lvl8pPr lvl="7" algn="ctr">
              <a:lnSpc>
                <a:spcPct val="115000"/>
              </a:lnSpc>
              <a:spcBef>
                <a:spcPts val="0"/>
              </a:spcBef>
              <a:spcAft>
                <a:spcPts val="0"/>
              </a:spcAft>
              <a:buSzPts val="12000"/>
              <a:buChar char="○"/>
              <a:defRPr sz="12000"/>
            </a:lvl8pPr>
            <a:lvl9pPr lvl="8" algn="ctr">
              <a:lnSpc>
                <a:spcPct val="115000"/>
              </a:lnSpc>
              <a:spcBef>
                <a:spcPts val="0"/>
              </a:spcBef>
              <a:spcAft>
                <a:spcPts val="0"/>
              </a:spcAft>
              <a:buSzPts val="12000"/>
              <a:buChar char="■"/>
              <a:defRPr sz="12000"/>
            </a:lvl9pPr>
          </a:lstStyle>
          <a:p/>
        </p:txBody>
      </p:sp>
      <p:sp>
        <p:nvSpPr>
          <p:cNvPr id="361" name="Google Shape;361;p39"/>
          <p:cNvSpPr txBox="1"/>
          <p:nvPr>
            <p:ph idx="1" type="body"/>
          </p:nvPr>
        </p:nvSpPr>
        <p:spPr>
          <a:xfrm>
            <a:off x="311700" y="3152225"/>
            <a:ext cx="8520600" cy="1300800"/>
          </a:xfrm>
          <a:prstGeom prst="rect">
            <a:avLst/>
          </a:prstGeom>
          <a:noFill/>
          <a:ln>
            <a:noFill/>
          </a:ln>
        </p:spPr>
        <p:txBody>
          <a:bodyPr anchorCtr="0" anchor="b" bIns="91425" lIns="91425" spcFirstLastPara="1" rIns="91425" wrap="square" tIns="91425">
            <a:noAutofit/>
          </a:bodyPr>
          <a:lstStyle>
            <a:lvl1pPr indent="-292100" lvl="0" marL="457200" algn="ctr">
              <a:lnSpc>
                <a:spcPct val="100000"/>
              </a:lnSpc>
              <a:spcBef>
                <a:spcPts val="0"/>
              </a:spcBef>
              <a:spcAft>
                <a:spcPts val="0"/>
              </a:spcAft>
              <a:buSzPts val="1000"/>
              <a:buChar char="●"/>
              <a:defRPr/>
            </a:lvl1pPr>
            <a:lvl2pPr indent="-292100" lvl="1" marL="914400" algn="ctr">
              <a:lnSpc>
                <a:spcPct val="100000"/>
              </a:lnSpc>
              <a:spcBef>
                <a:spcPts val="0"/>
              </a:spcBef>
              <a:spcAft>
                <a:spcPts val="0"/>
              </a:spcAft>
              <a:buSzPts val="1000"/>
              <a:buChar char="○"/>
              <a:defRPr/>
            </a:lvl2pPr>
            <a:lvl3pPr indent="-292100" lvl="2" marL="1371600" algn="ctr">
              <a:lnSpc>
                <a:spcPct val="100000"/>
              </a:lnSpc>
              <a:spcBef>
                <a:spcPts val="0"/>
              </a:spcBef>
              <a:spcAft>
                <a:spcPts val="0"/>
              </a:spcAft>
              <a:buSzPts val="1000"/>
              <a:buChar char="■"/>
              <a:defRPr/>
            </a:lvl3pPr>
            <a:lvl4pPr indent="-292100" lvl="3" marL="1828800" algn="ctr">
              <a:lnSpc>
                <a:spcPct val="100000"/>
              </a:lnSpc>
              <a:spcBef>
                <a:spcPts val="0"/>
              </a:spcBef>
              <a:spcAft>
                <a:spcPts val="0"/>
              </a:spcAft>
              <a:buSzPts val="1000"/>
              <a:buChar char="●"/>
              <a:defRPr/>
            </a:lvl4pPr>
            <a:lvl5pPr indent="-292100" lvl="4" marL="2286000" algn="ctr">
              <a:lnSpc>
                <a:spcPct val="100000"/>
              </a:lnSpc>
              <a:spcBef>
                <a:spcPts val="0"/>
              </a:spcBef>
              <a:spcAft>
                <a:spcPts val="0"/>
              </a:spcAft>
              <a:buSzPts val="1000"/>
              <a:buChar char="○"/>
              <a:defRPr/>
            </a:lvl5pPr>
            <a:lvl6pPr indent="-292100" lvl="5" marL="2743200" algn="ctr">
              <a:lnSpc>
                <a:spcPct val="100000"/>
              </a:lnSpc>
              <a:spcBef>
                <a:spcPts val="0"/>
              </a:spcBef>
              <a:spcAft>
                <a:spcPts val="0"/>
              </a:spcAft>
              <a:buSzPts val="1000"/>
              <a:buChar char="■"/>
              <a:defRPr/>
            </a:lvl6pPr>
            <a:lvl7pPr indent="-292100" lvl="6" marL="3200400" algn="ctr">
              <a:lnSpc>
                <a:spcPct val="100000"/>
              </a:lnSpc>
              <a:spcBef>
                <a:spcPts val="0"/>
              </a:spcBef>
              <a:spcAft>
                <a:spcPts val="0"/>
              </a:spcAft>
              <a:buSzPts val="1000"/>
              <a:buChar char="●"/>
              <a:defRPr/>
            </a:lvl7pPr>
            <a:lvl8pPr indent="-292100" lvl="7" marL="3657600" algn="ctr">
              <a:lnSpc>
                <a:spcPct val="100000"/>
              </a:lnSpc>
              <a:spcBef>
                <a:spcPts val="0"/>
              </a:spcBef>
              <a:spcAft>
                <a:spcPts val="0"/>
              </a:spcAft>
              <a:buSzPts val="1000"/>
              <a:buChar char="○"/>
              <a:defRPr/>
            </a:lvl8pPr>
            <a:lvl9pPr indent="-292100" lvl="8" marL="4114800" algn="ctr">
              <a:lnSpc>
                <a:spcPct val="100000"/>
              </a:lnSpc>
              <a:spcBef>
                <a:spcPts val="0"/>
              </a:spcBef>
              <a:spcAft>
                <a:spcPts val="0"/>
              </a:spcAft>
              <a:buSzPts val="10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41"/>
          <p:cNvSpPr txBox="1"/>
          <p:nvPr>
            <p:ph type="title"/>
          </p:nvPr>
        </p:nvSpPr>
        <p:spPr>
          <a:xfrm>
            <a:off x="677325" y="1832775"/>
            <a:ext cx="3217200" cy="1484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4200"/>
              <a:buNone/>
              <a:defRPr sz="4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65" name="Google Shape;365;p41"/>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6" name="Google Shape;366;p41"/>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7" name="Google Shape;367;p41"/>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8" name="Google Shape;368;p41"/>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9" name="Google Shape;369;p41"/>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70" name="Google Shape;370;p41"/>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42"/>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373" name="Google Shape;373;p42"/>
          <p:cNvSpPr txBox="1"/>
          <p:nvPr>
            <p:ph idx="1" type="body"/>
          </p:nvPr>
        </p:nvSpPr>
        <p:spPr>
          <a:xfrm>
            <a:off x="311700" y="1152475"/>
            <a:ext cx="4473900" cy="34164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74" name="Google Shape;37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43"/>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77" name="Google Shape;377;p43"/>
          <p:cNvSpPr txBox="1"/>
          <p:nvPr>
            <p:ph idx="1" type="body"/>
          </p:nvPr>
        </p:nvSpPr>
        <p:spPr>
          <a:xfrm>
            <a:off x="483150" y="2237788"/>
            <a:ext cx="3619800" cy="23736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78" name="Google Shape;378;p43"/>
          <p:cNvSpPr txBox="1"/>
          <p:nvPr>
            <p:ph idx="2" type="body"/>
          </p:nvPr>
        </p:nvSpPr>
        <p:spPr>
          <a:xfrm>
            <a:off x="5048000" y="2237788"/>
            <a:ext cx="36198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79" name="Google Shape;379;p43"/>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0" name="Google Shape;380;p43"/>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44"/>
          <p:cNvSpPr txBox="1"/>
          <p:nvPr>
            <p:ph idx="1" type="body"/>
          </p:nvPr>
        </p:nvSpPr>
        <p:spPr>
          <a:xfrm>
            <a:off x="483175" y="2417500"/>
            <a:ext cx="2455500" cy="23736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83" name="Google Shape;383;p44"/>
          <p:cNvSpPr txBox="1"/>
          <p:nvPr>
            <p:ph idx="2" type="body"/>
          </p:nvPr>
        </p:nvSpPr>
        <p:spPr>
          <a:xfrm>
            <a:off x="3347725" y="2417500"/>
            <a:ext cx="24555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84" name="Google Shape;384;p44"/>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85" name="Google Shape;385;p44"/>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6" name="Google Shape;386;p44"/>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7" name="Google Shape;387;p44"/>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8" name="Google Shape;388;p44"/>
          <p:cNvSpPr txBox="1"/>
          <p:nvPr>
            <p:ph idx="6" type="body"/>
          </p:nvPr>
        </p:nvSpPr>
        <p:spPr>
          <a:xfrm>
            <a:off x="6212275" y="2417500"/>
            <a:ext cx="24555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45"/>
          <p:cNvSpPr txBox="1"/>
          <p:nvPr>
            <p:ph idx="1" type="body"/>
          </p:nvPr>
        </p:nvSpPr>
        <p:spPr>
          <a:xfrm>
            <a:off x="366725" y="1759093"/>
            <a:ext cx="3838500" cy="1138500"/>
          </a:xfrm>
          <a:prstGeom prst="rect">
            <a:avLst/>
          </a:prstGeom>
          <a:noFill/>
          <a:ln>
            <a:noFill/>
          </a:ln>
        </p:spPr>
        <p:txBody>
          <a:bodyPr anchorCtr="0" anchor="b"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91" name="Google Shape;391;p45"/>
          <p:cNvSpPr txBox="1"/>
          <p:nvPr>
            <p:ph idx="2" type="body"/>
          </p:nvPr>
        </p:nvSpPr>
        <p:spPr>
          <a:xfrm>
            <a:off x="4938725" y="1759093"/>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92" name="Google Shape;392;p45"/>
          <p:cNvSpPr txBox="1"/>
          <p:nvPr>
            <p:ph idx="3" type="body"/>
          </p:nvPr>
        </p:nvSpPr>
        <p:spPr>
          <a:xfrm>
            <a:off x="366750" y="3648575"/>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93" name="Google Shape;393;p45"/>
          <p:cNvSpPr txBox="1"/>
          <p:nvPr>
            <p:ph idx="4" type="body"/>
          </p:nvPr>
        </p:nvSpPr>
        <p:spPr>
          <a:xfrm>
            <a:off x="4938750" y="3648575"/>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94" name="Google Shape;394;p45"/>
          <p:cNvSpPr txBox="1"/>
          <p:nvPr>
            <p:ph type="title"/>
          </p:nvPr>
        </p:nvSpPr>
        <p:spPr>
          <a:xfrm>
            <a:off x="366750"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95" name="Google Shape;395;p45"/>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6" name="Google Shape;396;p45"/>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7" name="Google Shape;397;p45"/>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8" name="Google Shape;398;p45"/>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46"/>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01" name="Google Shape;40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47"/>
          <p:cNvSpPr txBox="1"/>
          <p:nvPr>
            <p:ph idx="1" type="body"/>
          </p:nvPr>
        </p:nvSpPr>
        <p:spPr>
          <a:xfrm>
            <a:off x="311700" y="4080225"/>
            <a:ext cx="4027500" cy="926100"/>
          </a:xfrm>
          <a:prstGeom prst="rect">
            <a:avLst/>
          </a:prstGeom>
          <a:noFill/>
          <a:ln>
            <a:noFill/>
          </a:ln>
        </p:spPr>
        <p:txBody>
          <a:bodyPr anchorCtr="0" anchor="b" bIns="0" lIns="0" spcFirstLastPara="1" rIns="0" wrap="square" tIns="0">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04" name="Google Shape;404;p47"/>
          <p:cNvSpPr/>
          <p:nvPr>
            <p:ph idx="2" type="pic"/>
          </p:nvPr>
        </p:nvSpPr>
        <p:spPr>
          <a:xfrm>
            <a:off x="4804825" y="1133300"/>
            <a:ext cx="4027500" cy="2392800"/>
          </a:xfrm>
          <a:prstGeom prst="rect">
            <a:avLst/>
          </a:prstGeom>
          <a:noFill/>
          <a:ln>
            <a:noFill/>
          </a:ln>
        </p:spPr>
      </p:sp>
      <p:sp>
        <p:nvSpPr>
          <p:cNvPr id="405" name="Google Shape;405;p47"/>
          <p:cNvSpPr/>
          <p:nvPr>
            <p:ph idx="3" type="pic"/>
          </p:nvPr>
        </p:nvSpPr>
        <p:spPr>
          <a:xfrm>
            <a:off x="311725" y="1133300"/>
            <a:ext cx="4027500" cy="2392800"/>
          </a:xfrm>
          <a:prstGeom prst="rect">
            <a:avLst/>
          </a:prstGeom>
          <a:noFill/>
          <a:ln>
            <a:noFill/>
          </a:ln>
        </p:spPr>
      </p:sp>
      <p:sp>
        <p:nvSpPr>
          <p:cNvPr id="406" name="Google Shape;406;p47"/>
          <p:cNvSpPr txBox="1"/>
          <p:nvPr>
            <p:ph idx="4" type="body"/>
          </p:nvPr>
        </p:nvSpPr>
        <p:spPr>
          <a:xfrm>
            <a:off x="4804825" y="4080225"/>
            <a:ext cx="4027500" cy="9261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07" name="Google Shape;407;p47"/>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08" name="Google Shape;408;p47"/>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09" name="Google Shape;409;p47"/>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8"/>
          <p:cNvSpPr txBox="1"/>
          <p:nvPr>
            <p:ph idx="1" type="body"/>
          </p:nvPr>
        </p:nvSpPr>
        <p:spPr>
          <a:xfrm>
            <a:off x="311700" y="3911700"/>
            <a:ext cx="2627100" cy="1018500"/>
          </a:xfrm>
          <a:prstGeom prst="rect">
            <a:avLst/>
          </a:prstGeom>
          <a:noFill/>
          <a:ln>
            <a:noFill/>
          </a:ln>
        </p:spPr>
        <p:txBody>
          <a:bodyPr anchorCtr="0" anchor="b" bIns="0" lIns="0" spcFirstLastPara="1" rIns="0" wrap="square" tIns="0">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12" name="Google Shape;412;p48"/>
          <p:cNvSpPr/>
          <p:nvPr>
            <p:ph idx="2" type="pic"/>
          </p:nvPr>
        </p:nvSpPr>
        <p:spPr>
          <a:xfrm>
            <a:off x="6205225" y="1128325"/>
            <a:ext cx="2627100" cy="2273100"/>
          </a:xfrm>
          <a:prstGeom prst="rect">
            <a:avLst/>
          </a:prstGeom>
          <a:noFill/>
          <a:ln>
            <a:noFill/>
          </a:ln>
        </p:spPr>
      </p:sp>
      <p:sp>
        <p:nvSpPr>
          <p:cNvPr id="413" name="Google Shape;413;p48"/>
          <p:cNvSpPr/>
          <p:nvPr>
            <p:ph idx="3" type="pic"/>
          </p:nvPr>
        </p:nvSpPr>
        <p:spPr>
          <a:xfrm>
            <a:off x="311725" y="1128325"/>
            <a:ext cx="2627100" cy="2273100"/>
          </a:xfrm>
          <a:prstGeom prst="rect">
            <a:avLst/>
          </a:prstGeom>
          <a:noFill/>
          <a:ln>
            <a:noFill/>
          </a:ln>
        </p:spPr>
      </p:sp>
      <p:sp>
        <p:nvSpPr>
          <p:cNvPr id="414" name="Google Shape;414;p48"/>
          <p:cNvSpPr txBox="1"/>
          <p:nvPr>
            <p:ph idx="4" type="body"/>
          </p:nvPr>
        </p:nvSpPr>
        <p:spPr>
          <a:xfrm>
            <a:off x="6205225" y="3911700"/>
            <a:ext cx="2627100" cy="10185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15" name="Google Shape;415;p48"/>
          <p:cNvSpPr/>
          <p:nvPr>
            <p:ph idx="5" type="pic"/>
          </p:nvPr>
        </p:nvSpPr>
        <p:spPr>
          <a:xfrm>
            <a:off x="3255250" y="1128325"/>
            <a:ext cx="2627100" cy="2273100"/>
          </a:xfrm>
          <a:prstGeom prst="rect">
            <a:avLst/>
          </a:prstGeom>
          <a:noFill/>
          <a:ln>
            <a:noFill/>
          </a:ln>
        </p:spPr>
      </p:sp>
      <p:sp>
        <p:nvSpPr>
          <p:cNvPr id="416" name="Google Shape;416;p48"/>
          <p:cNvSpPr txBox="1"/>
          <p:nvPr>
            <p:ph idx="6" type="body"/>
          </p:nvPr>
        </p:nvSpPr>
        <p:spPr>
          <a:xfrm>
            <a:off x="3255250" y="3911700"/>
            <a:ext cx="2627100" cy="10185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17" name="Google Shape;417;p48"/>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18" name="Google Shape;418;p48"/>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19" name="Google Shape;419;p48"/>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20" name="Google Shape;420;p48"/>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50"/>
          <p:cNvSpPr/>
          <p:nvPr>
            <p:ph idx="2" type="pic"/>
          </p:nvPr>
        </p:nvSpPr>
        <p:spPr>
          <a:xfrm>
            <a:off x="3389600" y="118913"/>
            <a:ext cx="1643700" cy="1535100"/>
          </a:xfrm>
          <a:prstGeom prst="rect">
            <a:avLst/>
          </a:prstGeom>
          <a:noFill/>
          <a:ln>
            <a:noFill/>
          </a:ln>
        </p:spPr>
      </p:sp>
      <p:sp>
        <p:nvSpPr>
          <p:cNvPr id="425" name="Google Shape;425;p50"/>
          <p:cNvSpPr/>
          <p:nvPr>
            <p:ph idx="3" type="pic"/>
          </p:nvPr>
        </p:nvSpPr>
        <p:spPr>
          <a:xfrm>
            <a:off x="5195935" y="118913"/>
            <a:ext cx="1643700" cy="1535100"/>
          </a:xfrm>
          <a:prstGeom prst="rect">
            <a:avLst/>
          </a:prstGeom>
          <a:noFill/>
          <a:ln>
            <a:noFill/>
          </a:ln>
        </p:spPr>
      </p:sp>
      <p:sp>
        <p:nvSpPr>
          <p:cNvPr id="426" name="Google Shape;426;p50"/>
          <p:cNvSpPr/>
          <p:nvPr>
            <p:ph idx="4" type="pic"/>
          </p:nvPr>
        </p:nvSpPr>
        <p:spPr>
          <a:xfrm>
            <a:off x="7002270" y="118913"/>
            <a:ext cx="1643700" cy="1535100"/>
          </a:xfrm>
          <a:prstGeom prst="rect">
            <a:avLst/>
          </a:prstGeom>
          <a:noFill/>
          <a:ln>
            <a:noFill/>
          </a:ln>
        </p:spPr>
      </p:sp>
      <p:sp>
        <p:nvSpPr>
          <p:cNvPr id="427" name="Google Shape;427;p50"/>
          <p:cNvSpPr/>
          <p:nvPr>
            <p:ph idx="5" type="pic"/>
          </p:nvPr>
        </p:nvSpPr>
        <p:spPr>
          <a:xfrm>
            <a:off x="3389588" y="1804212"/>
            <a:ext cx="1643700" cy="1535100"/>
          </a:xfrm>
          <a:prstGeom prst="rect">
            <a:avLst/>
          </a:prstGeom>
          <a:noFill/>
          <a:ln>
            <a:noFill/>
          </a:ln>
        </p:spPr>
      </p:sp>
      <p:sp>
        <p:nvSpPr>
          <p:cNvPr id="428" name="Google Shape;428;p50"/>
          <p:cNvSpPr/>
          <p:nvPr>
            <p:ph idx="6" type="pic"/>
          </p:nvPr>
        </p:nvSpPr>
        <p:spPr>
          <a:xfrm>
            <a:off x="5195922" y="1804212"/>
            <a:ext cx="1643700" cy="1535100"/>
          </a:xfrm>
          <a:prstGeom prst="rect">
            <a:avLst/>
          </a:prstGeom>
          <a:noFill/>
          <a:ln>
            <a:noFill/>
          </a:ln>
        </p:spPr>
      </p:sp>
      <p:sp>
        <p:nvSpPr>
          <p:cNvPr id="429" name="Google Shape;429;p50"/>
          <p:cNvSpPr/>
          <p:nvPr>
            <p:ph idx="7" type="pic"/>
          </p:nvPr>
        </p:nvSpPr>
        <p:spPr>
          <a:xfrm>
            <a:off x="7002257" y="1804212"/>
            <a:ext cx="1643700" cy="1535100"/>
          </a:xfrm>
          <a:prstGeom prst="rect">
            <a:avLst/>
          </a:prstGeom>
          <a:noFill/>
          <a:ln>
            <a:noFill/>
          </a:ln>
        </p:spPr>
      </p:sp>
      <p:sp>
        <p:nvSpPr>
          <p:cNvPr id="430" name="Google Shape;430;p50"/>
          <p:cNvSpPr txBox="1"/>
          <p:nvPr>
            <p:ph type="title"/>
          </p:nvPr>
        </p:nvSpPr>
        <p:spPr>
          <a:xfrm>
            <a:off x="351550" y="445025"/>
            <a:ext cx="2596800" cy="1706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31" name="Google Shape;431;p50"/>
          <p:cNvSpPr/>
          <p:nvPr>
            <p:ph idx="8" type="pic"/>
          </p:nvPr>
        </p:nvSpPr>
        <p:spPr>
          <a:xfrm>
            <a:off x="3389588" y="3489487"/>
            <a:ext cx="1643700" cy="1535100"/>
          </a:xfrm>
          <a:prstGeom prst="rect">
            <a:avLst/>
          </a:prstGeom>
          <a:noFill/>
          <a:ln>
            <a:noFill/>
          </a:ln>
        </p:spPr>
      </p:sp>
      <p:sp>
        <p:nvSpPr>
          <p:cNvPr id="432" name="Google Shape;432;p50"/>
          <p:cNvSpPr/>
          <p:nvPr>
            <p:ph idx="9" type="pic"/>
          </p:nvPr>
        </p:nvSpPr>
        <p:spPr>
          <a:xfrm>
            <a:off x="5195922" y="3489487"/>
            <a:ext cx="1643700" cy="1535100"/>
          </a:xfrm>
          <a:prstGeom prst="rect">
            <a:avLst/>
          </a:prstGeom>
          <a:noFill/>
          <a:ln>
            <a:noFill/>
          </a:ln>
        </p:spPr>
      </p:sp>
      <p:sp>
        <p:nvSpPr>
          <p:cNvPr id="433" name="Google Shape;43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34" name="Shape 4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2.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idx="1" type="body"/>
          </p:nvPr>
        </p:nvSpPr>
        <p:spPr>
          <a:xfrm>
            <a:off x="436725" y="2144775"/>
            <a:ext cx="4088400" cy="2767500"/>
          </a:xfrm>
          <a:prstGeom prst="rect">
            <a:avLst/>
          </a:prstGeom>
          <a:noFill/>
          <a:ln>
            <a:noFill/>
          </a:ln>
        </p:spPr>
        <p:txBody>
          <a:bodyPr anchorCtr="0" anchor="b" bIns="0" lIns="0" spcFirstLastPara="1" rIns="0" wrap="square" tIns="0">
            <a:noAutofit/>
          </a:bodyPr>
          <a:lstStyle>
            <a:lvl1pPr indent="-292100" lvl="0" marL="457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1pPr>
            <a:lvl2pPr indent="-292100" lvl="1" marL="914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2pPr>
            <a:lvl3pPr indent="-292100" lvl="2" marL="1371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3pPr>
            <a:lvl4pPr indent="-292100" lvl="3" marL="1828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4pPr>
            <a:lvl5pPr indent="-292100" lvl="4" marL="22860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5pPr>
            <a:lvl6pPr indent="-292100" lvl="5" marL="2743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6pPr>
            <a:lvl7pPr indent="-292100" lvl="6" marL="3200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7pPr>
            <a:lvl8pPr indent="-292100" lvl="7" marL="3657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8pPr>
            <a:lvl9pPr indent="-292100" lvl="8" marL="4114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9pPr>
          </a:lstStyle>
          <a:p/>
        </p:txBody>
      </p:sp>
      <p:sp>
        <p:nvSpPr>
          <p:cNvPr id="7" name="Google Shape;7;p9"/>
          <p:cNvSpPr txBox="1"/>
          <p:nvPr>
            <p:ph type="title"/>
          </p:nvPr>
        </p:nvSpPr>
        <p:spPr>
          <a:xfrm>
            <a:off x="436725" y="457200"/>
            <a:ext cx="7690800" cy="5877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1pPr>
            <a:lvl2pPr lvl="1"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2pPr>
            <a:lvl3pPr lvl="2"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3pPr>
            <a:lvl4pPr lvl="3"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4pPr>
            <a:lvl5pPr lvl="4"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5pPr>
            <a:lvl6pPr lvl="5"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6pPr>
            <a:lvl7pPr lvl="6"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7pPr>
            <a:lvl8pPr lvl="7"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8pPr>
            <a:lvl9pPr lvl="8"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9pPr>
          </a:lstStyle>
          <a:p/>
        </p:txBody>
      </p:sp>
      <p:sp>
        <p:nvSpPr>
          <p:cNvPr id="8" name="Google Shape;8;p9"/>
          <p:cNvSpPr txBox="1"/>
          <p:nvPr>
            <p:ph idx="2" type="body"/>
          </p:nvPr>
        </p:nvSpPr>
        <p:spPr>
          <a:xfrm>
            <a:off x="4113250" y="2215425"/>
            <a:ext cx="3834600" cy="2517600"/>
          </a:xfrm>
          <a:prstGeom prst="rect">
            <a:avLst/>
          </a:prstGeom>
          <a:noFill/>
          <a:ln>
            <a:noFill/>
          </a:ln>
        </p:spPr>
        <p:txBody>
          <a:bodyPr anchorCtr="0" anchor="b" bIns="91425" lIns="91425" spcFirstLastPara="1" rIns="91425" wrap="square" tIns="91425">
            <a:noAutofit/>
          </a:bodyPr>
          <a:lstStyle>
            <a:lvl1pPr indent="-292100" lvl="0" marL="457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1pPr>
            <a:lvl2pPr indent="-292100" lvl="1" marL="914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2pPr>
            <a:lvl3pPr indent="-292100" lvl="2" marL="1371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3pPr>
            <a:lvl4pPr indent="-292100" lvl="3" marL="1828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4pPr>
            <a:lvl5pPr indent="-292100" lvl="4" marL="22860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5pPr>
            <a:lvl6pPr indent="-292100" lvl="5" marL="2743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6pPr>
            <a:lvl7pPr indent="-292100" lvl="6" marL="3200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7pPr>
            <a:lvl8pPr indent="-292100" lvl="7" marL="3657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8pPr>
            <a:lvl9pPr indent="-292100" lvl="8" marL="4114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459">
          <p15:clr>
            <a:srgbClr val="00FFFF"/>
          </p15:clr>
        </p15:guide>
        <p15:guide id="2" pos="275">
          <p15:clr>
            <a:srgbClr val="00FFFF"/>
          </p15:clr>
        </p15:guide>
        <p15:guide id="3" orient="horz" pos="144">
          <p15:clr>
            <a:srgbClr val="00FFFF"/>
          </p15:clr>
        </p15:guide>
        <p15:guide id="4" orient="horz" pos="3094">
          <p15:clr>
            <a:srgbClr val="00FFFF"/>
          </p15:clr>
        </p15:guide>
        <p15:guide id="5" pos="2850">
          <p15:clr>
            <a:srgbClr val="00FFFF"/>
          </p15:clr>
        </p15:guide>
        <p15:guide id="6" pos="2910">
          <p15:clr>
            <a:srgbClr val="00FFFF"/>
          </p15:clr>
        </p15:guide>
        <p15:guide id="7" pos="1468">
          <p15:clr>
            <a:srgbClr val="00FFFF"/>
          </p15:clr>
        </p15:guide>
        <p15:guide id="8" pos="1527">
          <p15:clr>
            <a:srgbClr val="00FFFF"/>
          </p15:clr>
        </p15:guide>
        <p15:guide id="9" pos="4226">
          <p15:clr>
            <a:srgbClr val="00FFFF"/>
          </p15:clr>
        </p15:guide>
        <p15:guide id="10" pos="4285">
          <p15:clr>
            <a:srgbClr val="00FFFF"/>
          </p15:clr>
        </p15:guide>
        <p15:guide id="11" pos="3773">
          <p15:clr>
            <a:srgbClr val="00FFFF"/>
          </p15:clr>
        </p15:guide>
        <p15:guide id="12" pos="3830">
          <p15:clr>
            <a:srgbClr val="00FFFF"/>
          </p15:clr>
        </p15:guide>
        <p15:guide id="13" pos="1930">
          <p15:clr>
            <a:srgbClr val="00FFFF"/>
          </p15:clr>
        </p15:guide>
        <p15:guide id="14" pos="1987">
          <p15:clr>
            <a:srgbClr val="00FFFF"/>
          </p15:clr>
        </p15:guide>
        <p15:guide id="15" orient="horz" pos="288">
          <p15:clr>
            <a:srgbClr val="00FFFF"/>
          </p15:clr>
        </p15:guide>
        <p15:guide id="16" orient="horz" pos="2950">
          <p15:clr>
            <a:srgbClr val="00FFFF"/>
          </p15:clr>
        </p15:guide>
        <p15:guide id="17" orient="horz" pos="1135">
          <p15:clr>
            <a:srgbClr val="00FFFF"/>
          </p15:clr>
        </p15:guide>
        <p15:guide id="18" orient="horz" pos="1194">
          <p15:clr>
            <a:srgbClr val="00FFFF"/>
          </p15:clr>
        </p15:guide>
        <p15:guide id="19" orient="horz" pos="2043">
          <p15:clr>
            <a:srgbClr val="00FFFF"/>
          </p15:clr>
        </p15:guide>
        <p15:guide id="20" orient="horz" pos="2103">
          <p15:clr>
            <a:srgbClr val="00FF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
          <p:cNvSpPr txBox="1"/>
          <p:nvPr>
            <p:ph type="title"/>
          </p:nvPr>
        </p:nvSpPr>
        <p:spPr>
          <a:xfrm>
            <a:off x="436725" y="713744"/>
            <a:ext cx="4182300" cy="1726500"/>
          </a:xfrm>
          <a:prstGeom prst="rect">
            <a:avLst/>
          </a:prstGeom>
          <a:noFill/>
          <a:ln>
            <a:noFill/>
          </a:ln>
        </p:spPr>
        <p:txBody>
          <a:bodyPr anchorCtr="0" anchor="t" bIns="91425" lIns="0" spcFirstLastPara="1" rIns="91425" wrap="square" tIns="91425">
            <a:noAutofit/>
          </a:bodyPr>
          <a:lstStyle/>
          <a:p>
            <a:pPr indent="0" lvl="0" marL="0" rtl="0" algn="l">
              <a:lnSpc>
                <a:spcPct val="100000"/>
              </a:lnSpc>
              <a:spcBef>
                <a:spcPts val="0"/>
              </a:spcBef>
              <a:spcAft>
                <a:spcPts val="0"/>
              </a:spcAft>
              <a:buSzPts val="4600"/>
              <a:buNone/>
            </a:pPr>
            <a:r>
              <a:rPr lang="en"/>
              <a:t>A Visual History of Popular Music</a:t>
            </a:r>
            <a:endParaRPr/>
          </a:p>
        </p:txBody>
      </p:sp>
      <p:sp>
        <p:nvSpPr>
          <p:cNvPr id="440" name="Google Shape;440;p1"/>
          <p:cNvSpPr txBox="1"/>
          <p:nvPr>
            <p:ph idx="1" type="subTitle"/>
          </p:nvPr>
        </p:nvSpPr>
        <p:spPr>
          <a:xfrm>
            <a:off x="436725" y="4683700"/>
            <a:ext cx="4346700" cy="228600"/>
          </a:xfrm>
          <a:prstGeom prst="rect">
            <a:avLst/>
          </a:prstGeom>
          <a:noFill/>
          <a:ln>
            <a:noFill/>
          </a:ln>
        </p:spPr>
        <p:txBody>
          <a:bodyPr anchorCtr="0" anchor="b" bIns="0" lIns="0" spcFirstLastPara="1" rIns="91425" wrap="square" tIns="91425">
            <a:noAutofit/>
          </a:bodyPr>
          <a:lstStyle/>
          <a:p>
            <a:pPr indent="0" lvl="0" marL="0" rtl="0" algn="l">
              <a:lnSpc>
                <a:spcPct val="100000"/>
              </a:lnSpc>
              <a:spcBef>
                <a:spcPts val="0"/>
              </a:spcBef>
              <a:spcAft>
                <a:spcPts val="0"/>
              </a:spcAft>
              <a:buSzPts val="800"/>
              <a:buNone/>
            </a:pPr>
            <a:r>
              <a:t/>
            </a:r>
            <a:endParaRPr/>
          </a:p>
          <a:p>
            <a:pPr indent="0" lvl="0" marL="0" rtl="0" algn="l">
              <a:lnSpc>
                <a:spcPct val="100000"/>
              </a:lnSpc>
              <a:spcBef>
                <a:spcPts val="0"/>
              </a:spcBef>
              <a:spcAft>
                <a:spcPts val="0"/>
              </a:spcAft>
              <a:buSzPts val="800"/>
              <a:buNone/>
            </a:pPr>
            <a:r>
              <a:rPr lang="en" sz="1400"/>
              <a:t>Ashritha Achutharaman, Peter Harlan, Jason Letrago</a:t>
            </a:r>
            <a:endParaRPr sz="1400"/>
          </a:p>
        </p:txBody>
      </p:sp>
      <p:sp>
        <p:nvSpPr>
          <p:cNvPr id="441" name="Google Shape;441;p1"/>
          <p:cNvSpPr txBox="1"/>
          <p:nvPr>
            <p:ph idx="2" type="subTitle"/>
          </p:nvPr>
        </p:nvSpPr>
        <p:spPr>
          <a:xfrm>
            <a:off x="8245725" y="228600"/>
            <a:ext cx="632700" cy="1458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00"/>
              <a:buNone/>
            </a:pPr>
            <a:r>
              <a:rPr lang="en"/>
              <a:t>Group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
          <p:cNvSpPr txBox="1"/>
          <p:nvPr>
            <p:ph type="title"/>
          </p:nvPr>
        </p:nvSpPr>
        <p:spPr>
          <a:xfrm>
            <a:off x="436725" y="647525"/>
            <a:ext cx="2718000" cy="554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3600"/>
              <a:buNone/>
            </a:pPr>
            <a:r>
              <a:rPr lang="en"/>
              <a:t>Agenda</a:t>
            </a:r>
            <a:endParaRPr/>
          </a:p>
        </p:txBody>
      </p:sp>
      <p:sp>
        <p:nvSpPr>
          <p:cNvPr id="447" name="Google Shape;447;p2"/>
          <p:cNvSpPr txBox="1"/>
          <p:nvPr>
            <p:ph idx="1" type="subTitle"/>
          </p:nvPr>
        </p:nvSpPr>
        <p:spPr>
          <a:xfrm>
            <a:off x="6444950" y="72827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Dataset Intro and Motivation</a:t>
            </a:r>
            <a:endParaRPr sz="1500"/>
          </a:p>
        </p:txBody>
      </p:sp>
      <p:sp>
        <p:nvSpPr>
          <p:cNvPr id="448" name="Google Shape;448;p2"/>
          <p:cNvSpPr txBox="1"/>
          <p:nvPr>
            <p:ph idx="4" type="subTitle"/>
          </p:nvPr>
        </p:nvSpPr>
        <p:spPr>
          <a:xfrm>
            <a:off x="6444950" y="123522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Data Cleaning and Processing</a:t>
            </a:r>
            <a:endParaRPr sz="1500"/>
          </a:p>
        </p:txBody>
      </p:sp>
      <p:sp>
        <p:nvSpPr>
          <p:cNvPr id="449" name="Google Shape;449;p2"/>
          <p:cNvSpPr txBox="1"/>
          <p:nvPr>
            <p:ph idx="5" type="subTitle"/>
          </p:nvPr>
        </p:nvSpPr>
        <p:spPr>
          <a:xfrm>
            <a:off x="6444950" y="180182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EDA</a:t>
            </a:r>
            <a:endParaRPr sz="1500"/>
          </a:p>
        </p:txBody>
      </p:sp>
      <p:sp>
        <p:nvSpPr>
          <p:cNvPr id="450" name="Google Shape;450;p2"/>
          <p:cNvSpPr txBox="1"/>
          <p:nvPr>
            <p:ph idx="6" type="subTitle"/>
          </p:nvPr>
        </p:nvSpPr>
        <p:spPr>
          <a:xfrm>
            <a:off x="6444950" y="224912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Preliminary ML Direction</a:t>
            </a:r>
            <a:endParaRPr sz="1500"/>
          </a:p>
        </p:txBody>
      </p:sp>
      <p:sp>
        <p:nvSpPr>
          <p:cNvPr id="451" name="Google Shape;451;p2"/>
          <p:cNvSpPr txBox="1"/>
          <p:nvPr>
            <p:ph idx="7" type="subTitle"/>
          </p:nvPr>
        </p:nvSpPr>
        <p:spPr>
          <a:xfrm>
            <a:off x="6444950" y="275607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Tableau Dashboard</a:t>
            </a:r>
            <a:endParaRPr sz="1500"/>
          </a:p>
        </p:txBody>
      </p:sp>
      <p:sp>
        <p:nvSpPr>
          <p:cNvPr id="452" name="Google Shape;452;p2"/>
          <p:cNvSpPr txBox="1"/>
          <p:nvPr>
            <p:ph idx="9" type="subTitle"/>
          </p:nvPr>
        </p:nvSpPr>
        <p:spPr>
          <a:xfrm>
            <a:off x="6080700" y="72827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1.</a:t>
            </a:r>
            <a:endParaRPr/>
          </a:p>
        </p:txBody>
      </p:sp>
      <p:sp>
        <p:nvSpPr>
          <p:cNvPr id="453" name="Google Shape;453;p2"/>
          <p:cNvSpPr txBox="1"/>
          <p:nvPr>
            <p:ph idx="13" type="subTitle"/>
          </p:nvPr>
        </p:nvSpPr>
        <p:spPr>
          <a:xfrm>
            <a:off x="6080700" y="123522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2.</a:t>
            </a:r>
            <a:endParaRPr/>
          </a:p>
        </p:txBody>
      </p:sp>
      <p:sp>
        <p:nvSpPr>
          <p:cNvPr id="454" name="Google Shape;454;p2"/>
          <p:cNvSpPr txBox="1"/>
          <p:nvPr>
            <p:ph idx="14" type="subTitle"/>
          </p:nvPr>
        </p:nvSpPr>
        <p:spPr>
          <a:xfrm>
            <a:off x="6080700" y="174217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3.</a:t>
            </a:r>
            <a:endParaRPr/>
          </a:p>
        </p:txBody>
      </p:sp>
      <p:sp>
        <p:nvSpPr>
          <p:cNvPr id="455" name="Google Shape;455;p2"/>
          <p:cNvSpPr txBox="1"/>
          <p:nvPr>
            <p:ph idx="15" type="subTitle"/>
          </p:nvPr>
        </p:nvSpPr>
        <p:spPr>
          <a:xfrm>
            <a:off x="6080700" y="224912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4.</a:t>
            </a:r>
            <a:endParaRPr/>
          </a:p>
        </p:txBody>
      </p:sp>
      <p:sp>
        <p:nvSpPr>
          <p:cNvPr id="456" name="Google Shape;456;p2"/>
          <p:cNvSpPr txBox="1"/>
          <p:nvPr>
            <p:ph idx="16" type="subTitle"/>
          </p:nvPr>
        </p:nvSpPr>
        <p:spPr>
          <a:xfrm>
            <a:off x="6080700" y="275607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461" name="Shape 461"/>
        <p:cNvGrpSpPr/>
        <p:nvPr/>
      </p:nvGrpSpPr>
      <p:grpSpPr>
        <a:xfrm>
          <a:off x="0" y="0"/>
          <a:ext cx="0" cy="0"/>
          <a:chOff x="0" y="0"/>
          <a:chExt cx="0" cy="0"/>
        </a:xfrm>
      </p:grpSpPr>
      <p:sp>
        <p:nvSpPr>
          <p:cNvPr id="462" name="Google Shape;462;h3b4df1639693c68c_0_165"/>
          <p:cNvSpPr/>
          <p:nvPr/>
        </p:nvSpPr>
        <p:spPr>
          <a:xfrm>
            <a:off x="609600" y="641040"/>
            <a:ext cx="8162700" cy="36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400"/>
              <a:buFont typeface="IBM Plex Sans"/>
              <a:buNone/>
            </a:pPr>
            <a:r>
              <a:rPr b="1" i="0" lang="en" sz="2400" u="none" cap="none" strike="noStrike">
                <a:solidFill>
                  <a:srgbClr val="FBF4EC"/>
                </a:solidFill>
                <a:latin typeface="IBM Plex Sans"/>
                <a:ea typeface="IBM Plex Sans"/>
                <a:cs typeface="IBM Plex Sans"/>
                <a:sym typeface="IBM Plex Sans"/>
              </a:rPr>
              <a:t>A visual history of popular music: An Introduction</a:t>
            </a:r>
            <a:endParaRPr b="0" i="0" sz="2400" u="none" cap="none" strike="noStrike">
              <a:solidFill>
                <a:schemeClr val="dk1"/>
              </a:solidFill>
              <a:latin typeface="Calibri"/>
              <a:ea typeface="Calibri"/>
              <a:cs typeface="Calibri"/>
              <a:sym typeface="Calibri"/>
            </a:endParaRPr>
          </a:p>
        </p:txBody>
      </p:sp>
      <p:cxnSp>
        <p:nvCxnSpPr>
          <p:cNvPr id="463" name="Google Shape;463;h3b4df1639693c68c_0_165"/>
          <p:cNvCxnSpPr/>
          <p:nvPr/>
        </p:nvCxnSpPr>
        <p:spPr>
          <a:xfrm>
            <a:off x="623888" y="1329631"/>
            <a:ext cx="0" cy="251400"/>
          </a:xfrm>
          <a:prstGeom prst="straightConnector1">
            <a:avLst/>
          </a:prstGeom>
          <a:noFill/>
          <a:ln cap="flat" cmpd="sng" w="28575">
            <a:solidFill>
              <a:srgbClr val="F2B84B"/>
            </a:solidFill>
            <a:prstDash val="solid"/>
            <a:round/>
            <a:headEnd len="sm" w="sm" type="none"/>
            <a:tailEnd len="sm" w="sm" type="none"/>
          </a:ln>
        </p:spPr>
      </p:cxnSp>
      <p:sp>
        <p:nvSpPr>
          <p:cNvPr id="464" name="Google Shape;464;h3b4df1639693c68c_0_165"/>
          <p:cNvSpPr/>
          <p:nvPr/>
        </p:nvSpPr>
        <p:spPr>
          <a:xfrm>
            <a:off x="790575" y="1329631"/>
            <a:ext cx="7976400" cy="27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4EC"/>
              </a:buClr>
              <a:buSzPts val="1700"/>
              <a:buFont typeface="IBM Plex Sans"/>
              <a:buNone/>
            </a:pPr>
            <a:r>
              <a:rPr b="0" i="0" lang="en" sz="1700" u="none" cap="none" strike="noStrike">
                <a:solidFill>
                  <a:srgbClr val="FBF4EC"/>
                </a:solidFill>
                <a:latin typeface="IBM Plex Sans"/>
                <a:ea typeface="IBM Plex Sans"/>
                <a:cs typeface="IBM Plex Sans"/>
                <a:sym typeface="IBM Plex Sans"/>
              </a:rPr>
              <a:t>How has the sound of music changed over time?</a:t>
            </a:r>
            <a:endParaRPr b="0" i="0" sz="1700" u="none" cap="none" strike="noStrike">
              <a:solidFill>
                <a:schemeClr val="dk1"/>
              </a:solidFill>
              <a:latin typeface="Calibri"/>
              <a:ea typeface="Calibri"/>
              <a:cs typeface="Calibri"/>
              <a:sym typeface="Calibri"/>
            </a:endParaRPr>
          </a:p>
        </p:txBody>
      </p:sp>
      <p:sp>
        <p:nvSpPr>
          <p:cNvPr id="465" name="Google Shape;465;h3b4df1639693c68c_0_165"/>
          <p:cNvSpPr/>
          <p:nvPr/>
        </p:nvSpPr>
        <p:spPr>
          <a:xfrm>
            <a:off x="611981" y="1735857"/>
            <a:ext cx="1890600" cy="1033500"/>
          </a:xfrm>
          <a:prstGeom prst="roundRect">
            <a:avLst>
              <a:gd fmla="val 898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6" name="Google Shape;466;h3b4df1639693c68c_0_165"/>
          <p:cNvSpPr/>
          <p:nvPr/>
        </p:nvSpPr>
        <p:spPr>
          <a:xfrm>
            <a:off x="747713" y="1871588"/>
            <a:ext cx="16680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586,672</a:t>
            </a:r>
            <a:endParaRPr b="0" i="0" sz="2700" u="none" cap="none" strike="noStrike">
              <a:solidFill>
                <a:schemeClr val="dk1"/>
              </a:solidFill>
              <a:latin typeface="Calibri"/>
              <a:ea typeface="Calibri"/>
              <a:cs typeface="Calibri"/>
              <a:sym typeface="Calibri"/>
            </a:endParaRPr>
          </a:p>
        </p:txBody>
      </p:sp>
      <p:sp>
        <p:nvSpPr>
          <p:cNvPr id="467" name="Google Shape;467;h3b4df1639693c68c_0_165"/>
          <p:cNvSpPr/>
          <p:nvPr/>
        </p:nvSpPr>
        <p:spPr>
          <a:xfrm>
            <a:off x="747713" y="2286856"/>
            <a:ext cx="1668000" cy="36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z="1000" u="none" cap="none" strike="noStrike">
                <a:solidFill>
                  <a:srgbClr val="E6C9C5"/>
                </a:solidFill>
                <a:latin typeface="IBM Plex Sans"/>
                <a:ea typeface="IBM Plex Sans"/>
                <a:cs typeface="IBM Plex Sans"/>
                <a:sym typeface="IBM Plex Sans"/>
              </a:rPr>
              <a:t>tracks, each with Spotify audio features</a:t>
            </a:r>
            <a:endParaRPr b="0" i="0" sz="1000" u="none" cap="none" strike="noStrike">
              <a:solidFill>
                <a:schemeClr val="dk1"/>
              </a:solidFill>
              <a:latin typeface="Calibri"/>
              <a:ea typeface="Calibri"/>
              <a:cs typeface="Calibri"/>
              <a:sym typeface="Calibri"/>
            </a:endParaRPr>
          </a:p>
        </p:txBody>
      </p:sp>
      <p:sp>
        <p:nvSpPr>
          <p:cNvPr id="468" name="Google Shape;468;h3b4df1639693c68c_0_165"/>
          <p:cNvSpPr/>
          <p:nvPr/>
        </p:nvSpPr>
        <p:spPr>
          <a:xfrm>
            <a:off x="2621756" y="1735857"/>
            <a:ext cx="1890600" cy="1033500"/>
          </a:xfrm>
          <a:prstGeom prst="roundRect">
            <a:avLst>
              <a:gd fmla="val 898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9" name="Google Shape;469;h3b4df1639693c68c_0_165"/>
          <p:cNvSpPr/>
          <p:nvPr/>
        </p:nvSpPr>
        <p:spPr>
          <a:xfrm>
            <a:off x="2757488" y="1871588"/>
            <a:ext cx="16680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1.16M</a:t>
            </a:r>
            <a:endParaRPr b="0" i="0" sz="2700" u="none" cap="none" strike="noStrike">
              <a:solidFill>
                <a:schemeClr val="dk1"/>
              </a:solidFill>
              <a:latin typeface="Calibri"/>
              <a:ea typeface="Calibri"/>
              <a:cs typeface="Calibri"/>
              <a:sym typeface="Calibri"/>
            </a:endParaRPr>
          </a:p>
        </p:txBody>
      </p:sp>
      <p:sp>
        <p:nvSpPr>
          <p:cNvPr id="470" name="Google Shape;470;h3b4df1639693c68c_0_165"/>
          <p:cNvSpPr/>
          <p:nvPr/>
        </p:nvSpPr>
        <p:spPr>
          <a:xfrm>
            <a:off x="2757488" y="2286856"/>
            <a:ext cx="1668000" cy="36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z="1000" u="none" cap="none" strike="noStrike">
                <a:solidFill>
                  <a:srgbClr val="E6C9C5"/>
                </a:solidFill>
                <a:latin typeface="IBM Plex Sans"/>
                <a:ea typeface="IBM Plex Sans"/>
                <a:cs typeface="IBM Plex Sans"/>
                <a:sym typeface="IBM Plex Sans"/>
              </a:rPr>
              <a:t>artists with followers and popularity</a:t>
            </a:r>
            <a:endParaRPr b="0" i="0" sz="1000" u="none" cap="none" strike="noStrike">
              <a:solidFill>
                <a:schemeClr val="dk1"/>
              </a:solidFill>
              <a:latin typeface="Calibri"/>
              <a:ea typeface="Calibri"/>
              <a:cs typeface="Calibri"/>
              <a:sym typeface="Calibri"/>
            </a:endParaRPr>
          </a:p>
        </p:txBody>
      </p:sp>
      <p:sp>
        <p:nvSpPr>
          <p:cNvPr id="471" name="Google Shape;471;h3b4df1639693c68c_0_165"/>
          <p:cNvSpPr/>
          <p:nvPr/>
        </p:nvSpPr>
        <p:spPr>
          <a:xfrm>
            <a:off x="4631531" y="1735857"/>
            <a:ext cx="1890600" cy="1033500"/>
          </a:xfrm>
          <a:prstGeom prst="roundRect">
            <a:avLst>
              <a:gd fmla="val 898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2" name="Google Shape;472;h3b4df1639693c68c_0_165"/>
          <p:cNvSpPr/>
          <p:nvPr/>
        </p:nvSpPr>
        <p:spPr>
          <a:xfrm>
            <a:off x="4767263" y="1871588"/>
            <a:ext cx="16680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20</a:t>
            </a:r>
            <a:endParaRPr b="0" i="0" sz="2700" u="none" cap="none" strike="noStrike">
              <a:solidFill>
                <a:schemeClr val="dk1"/>
              </a:solidFill>
              <a:latin typeface="Calibri"/>
              <a:ea typeface="Calibri"/>
              <a:cs typeface="Calibri"/>
              <a:sym typeface="Calibri"/>
            </a:endParaRPr>
          </a:p>
        </p:txBody>
      </p:sp>
      <p:sp>
        <p:nvSpPr>
          <p:cNvPr id="473" name="Google Shape;473;h3b4df1639693c68c_0_165"/>
          <p:cNvSpPr/>
          <p:nvPr/>
        </p:nvSpPr>
        <p:spPr>
          <a:xfrm>
            <a:off x="4767263" y="2286856"/>
            <a:ext cx="1668000" cy="36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z="1000" u="none" cap="none" strike="noStrike">
                <a:solidFill>
                  <a:srgbClr val="E6C9C5"/>
                </a:solidFill>
                <a:latin typeface="IBM Plex Sans"/>
                <a:ea typeface="IBM Plex Sans"/>
                <a:cs typeface="IBM Plex Sans"/>
                <a:sym typeface="IBM Plex Sans"/>
              </a:rPr>
              <a:t>columns: track details plus audio features</a:t>
            </a:r>
            <a:endParaRPr b="0" i="0" sz="1000" u="none" cap="none" strike="noStrike">
              <a:solidFill>
                <a:schemeClr val="dk1"/>
              </a:solidFill>
              <a:latin typeface="Calibri"/>
              <a:ea typeface="Calibri"/>
              <a:cs typeface="Calibri"/>
              <a:sym typeface="Calibri"/>
            </a:endParaRPr>
          </a:p>
        </p:txBody>
      </p:sp>
      <p:sp>
        <p:nvSpPr>
          <p:cNvPr id="474" name="Google Shape;474;h3b4df1639693c68c_0_165"/>
          <p:cNvSpPr/>
          <p:nvPr/>
        </p:nvSpPr>
        <p:spPr>
          <a:xfrm>
            <a:off x="6641306" y="1735857"/>
            <a:ext cx="1890600" cy="1033500"/>
          </a:xfrm>
          <a:prstGeom prst="roundRect">
            <a:avLst>
              <a:gd fmla="val 898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5" name="Google Shape;475;h3b4df1639693c68c_0_165"/>
          <p:cNvSpPr/>
          <p:nvPr/>
        </p:nvSpPr>
        <p:spPr>
          <a:xfrm>
            <a:off x="6777038" y="1871588"/>
            <a:ext cx="16680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~100</a:t>
            </a:r>
            <a:endParaRPr b="0" i="0" sz="2700" u="none" cap="none" strike="noStrike">
              <a:solidFill>
                <a:schemeClr val="dk1"/>
              </a:solidFill>
              <a:latin typeface="Calibri"/>
              <a:ea typeface="Calibri"/>
              <a:cs typeface="Calibri"/>
              <a:sym typeface="Calibri"/>
            </a:endParaRPr>
          </a:p>
        </p:txBody>
      </p:sp>
      <p:sp>
        <p:nvSpPr>
          <p:cNvPr id="476" name="Google Shape;476;h3b4df1639693c68c_0_165"/>
          <p:cNvSpPr/>
          <p:nvPr/>
        </p:nvSpPr>
        <p:spPr>
          <a:xfrm>
            <a:off x="6777038" y="2286856"/>
            <a:ext cx="1668000" cy="36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z="1000" u="none" cap="none" strike="noStrike">
                <a:solidFill>
                  <a:srgbClr val="E6C9C5"/>
                </a:solidFill>
                <a:latin typeface="IBM Plex Sans"/>
                <a:ea typeface="IBM Plex Sans"/>
                <a:cs typeface="IBM Plex Sans"/>
                <a:sym typeface="IBM Plex Sans"/>
              </a:rPr>
              <a:t>years of music, 1920s to early 2021</a:t>
            </a:r>
            <a:endParaRPr b="0" i="0" sz="1000" u="none" cap="none" strike="noStrike">
              <a:solidFill>
                <a:schemeClr val="dk1"/>
              </a:solidFill>
              <a:latin typeface="Calibri"/>
              <a:ea typeface="Calibri"/>
              <a:cs typeface="Calibri"/>
              <a:sym typeface="Calibri"/>
            </a:endParaRPr>
          </a:p>
        </p:txBody>
      </p:sp>
      <p:sp>
        <p:nvSpPr>
          <p:cNvPr id="477" name="Google Shape;477;h3b4df1639693c68c_0_165"/>
          <p:cNvSpPr/>
          <p:nvPr/>
        </p:nvSpPr>
        <p:spPr>
          <a:xfrm>
            <a:off x="609600" y="3330226"/>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z="900" u="none" cap="none" strike="noStrike">
                <a:solidFill>
                  <a:srgbClr val="E9967F"/>
                </a:solidFill>
                <a:latin typeface="IBM Plex Sans"/>
                <a:ea typeface="IBM Plex Sans"/>
                <a:cs typeface="IBM Plex Sans"/>
                <a:sym typeface="IBM Plex Sans"/>
              </a:rPr>
              <a:t>OUR STORY IN FOUR CHAPTERS</a:t>
            </a:r>
            <a:endParaRPr b="0" i="0" sz="900" u="none" cap="none" strike="noStrike">
              <a:solidFill>
                <a:schemeClr val="dk1"/>
              </a:solidFill>
              <a:latin typeface="Calibri"/>
              <a:ea typeface="Calibri"/>
              <a:cs typeface="Calibri"/>
              <a:sym typeface="Calibri"/>
            </a:endParaRPr>
          </a:p>
        </p:txBody>
      </p:sp>
      <p:cxnSp>
        <p:nvCxnSpPr>
          <p:cNvPr id="478" name="Google Shape;478;h3b4df1639693c68c_0_165"/>
          <p:cNvCxnSpPr/>
          <p:nvPr/>
        </p:nvCxnSpPr>
        <p:spPr>
          <a:xfrm>
            <a:off x="609600" y="3243597"/>
            <a:ext cx="1895400" cy="0"/>
          </a:xfrm>
          <a:prstGeom prst="straightConnector1">
            <a:avLst/>
          </a:prstGeom>
          <a:noFill/>
          <a:ln cap="flat" cmpd="sng" w="14300">
            <a:solidFill>
              <a:srgbClr val="F2B84B"/>
            </a:solidFill>
            <a:prstDash val="solid"/>
            <a:round/>
            <a:headEnd len="sm" w="sm" type="none"/>
            <a:tailEnd len="sm" w="sm" type="none"/>
          </a:ln>
        </p:spPr>
      </p:cxnSp>
      <p:sp>
        <p:nvSpPr>
          <p:cNvPr id="479" name="Google Shape;479;h3b4df1639693c68c_0_165"/>
          <p:cNvSpPr/>
          <p:nvPr/>
        </p:nvSpPr>
        <p:spPr>
          <a:xfrm>
            <a:off x="609600" y="3595953"/>
            <a:ext cx="19524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B84B"/>
              </a:buClr>
              <a:buSzPts val="1400"/>
              <a:buFont typeface="IBM Plex Sans"/>
              <a:buNone/>
            </a:pPr>
            <a:r>
              <a:rPr b="1" i="0" lang="en" sz="1400" u="none" cap="none" strike="noStrike">
                <a:solidFill>
                  <a:srgbClr val="F2B84B"/>
                </a:solidFill>
                <a:latin typeface="IBM Plex Sans"/>
                <a:ea typeface="IBM Plex Sans"/>
                <a:cs typeface="IBM Plex Sans"/>
                <a:sym typeface="IBM Plex Sans"/>
              </a:rPr>
              <a:t>1</a:t>
            </a:r>
            <a:r>
              <a:rPr b="1" i="0" lang="en" sz="1400" u="none" cap="none" strike="noStrike">
                <a:solidFill>
                  <a:srgbClr val="FBF4EC"/>
                </a:solidFill>
                <a:latin typeface="IBM Plex Sans"/>
                <a:ea typeface="IBM Plex Sans"/>
                <a:cs typeface="IBM Plex Sans"/>
                <a:sym typeface="IBM Plex Sans"/>
              </a:rPr>
              <a:t> Artists</a:t>
            </a:r>
            <a:endParaRPr b="0" i="0" sz="1400" u="none" cap="none" strike="noStrike">
              <a:solidFill>
                <a:schemeClr val="dk1"/>
              </a:solidFill>
              <a:latin typeface="Calibri"/>
              <a:ea typeface="Calibri"/>
              <a:cs typeface="Calibri"/>
              <a:sym typeface="Calibri"/>
            </a:endParaRPr>
          </a:p>
        </p:txBody>
      </p:sp>
      <p:sp>
        <p:nvSpPr>
          <p:cNvPr id="480" name="Google Shape;480;h3b4df1639693c68c_0_165"/>
          <p:cNvSpPr/>
          <p:nvPr/>
        </p:nvSpPr>
        <p:spPr>
          <a:xfrm>
            <a:off x="609600" y="3839772"/>
            <a:ext cx="19524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Who makes music, and how has that changed?</a:t>
            </a:r>
            <a:endParaRPr b="0" i="0" sz="900" u="none" cap="none" strike="noStrike">
              <a:solidFill>
                <a:schemeClr val="dk1"/>
              </a:solidFill>
              <a:latin typeface="Calibri"/>
              <a:ea typeface="Calibri"/>
              <a:cs typeface="Calibri"/>
              <a:sym typeface="Calibri"/>
            </a:endParaRPr>
          </a:p>
        </p:txBody>
      </p:sp>
      <p:cxnSp>
        <p:nvCxnSpPr>
          <p:cNvPr id="481" name="Google Shape;481;h3b4df1639693c68c_0_165"/>
          <p:cNvCxnSpPr/>
          <p:nvPr/>
        </p:nvCxnSpPr>
        <p:spPr>
          <a:xfrm>
            <a:off x="2619375" y="3243597"/>
            <a:ext cx="1895400" cy="0"/>
          </a:xfrm>
          <a:prstGeom prst="straightConnector1">
            <a:avLst/>
          </a:prstGeom>
          <a:noFill/>
          <a:ln cap="flat" cmpd="sng" w="14300">
            <a:solidFill>
              <a:srgbClr val="F2B84B"/>
            </a:solidFill>
            <a:prstDash val="solid"/>
            <a:round/>
            <a:headEnd len="sm" w="sm" type="none"/>
            <a:tailEnd len="sm" w="sm" type="none"/>
          </a:ln>
        </p:spPr>
      </p:cxnSp>
      <p:sp>
        <p:nvSpPr>
          <p:cNvPr id="482" name="Google Shape;482;h3b4df1639693c68c_0_165"/>
          <p:cNvSpPr/>
          <p:nvPr/>
        </p:nvSpPr>
        <p:spPr>
          <a:xfrm>
            <a:off x="2619375" y="3595953"/>
            <a:ext cx="19524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B84B"/>
              </a:buClr>
              <a:buSzPts val="1400"/>
              <a:buFont typeface="IBM Plex Sans"/>
              <a:buNone/>
            </a:pPr>
            <a:r>
              <a:rPr b="1" i="0" lang="en" sz="1400" u="none" cap="none" strike="noStrike">
                <a:solidFill>
                  <a:srgbClr val="F2B84B"/>
                </a:solidFill>
                <a:latin typeface="IBM Plex Sans"/>
                <a:ea typeface="IBM Plex Sans"/>
                <a:cs typeface="IBM Plex Sans"/>
                <a:sym typeface="IBM Plex Sans"/>
              </a:rPr>
              <a:t>2</a:t>
            </a:r>
            <a:r>
              <a:rPr b="1" i="0" lang="en" sz="1400" u="none" cap="none" strike="noStrike">
                <a:solidFill>
                  <a:srgbClr val="FBF4EC"/>
                </a:solidFill>
                <a:latin typeface="IBM Plex Sans"/>
                <a:ea typeface="IBM Plex Sans"/>
                <a:cs typeface="IBM Plex Sans"/>
                <a:sym typeface="IBM Plex Sans"/>
              </a:rPr>
              <a:t> Sound</a:t>
            </a:r>
            <a:endParaRPr b="0" i="0" sz="1400" u="none" cap="none" strike="noStrike">
              <a:solidFill>
                <a:schemeClr val="dk1"/>
              </a:solidFill>
              <a:latin typeface="Calibri"/>
              <a:ea typeface="Calibri"/>
              <a:cs typeface="Calibri"/>
              <a:sym typeface="Calibri"/>
            </a:endParaRPr>
          </a:p>
        </p:txBody>
      </p:sp>
      <p:sp>
        <p:nvSpPr>
          <p:cNvPr id="483" name="Google Shape;483;h3b4df1639693c68c_0_165"/>
          <p:cNvSpPr/>
          <p:nvPr/>
        </p:nvSpPr>
        <p:spPr>
          <a:xfrm>
            <a:off x="2619375" y="3839772"/>
            <a:ext cx="19524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From quiet acoustic to loud and produced.</a:t>
            </a:r>
            <a:endParaRPr b="0" i="0" sz="900" u="none" cap="none" strike="noStrike">
              <a:solidFill>
                <a:schemeClr val="dk1"/>
              </a:solidFill>
              <a:latin typeface="Calibri"/>
              <a:ea typeface="Calibri"/>
              <a:cs typeface="Calibri"/>
              <a:sym typeface="Calibri"/>
            </a:endParaRPr>
          </a:p>
        </p:txBody>
      </p:sp>
      <p:cxnSp>
        <p:nvCxnSpPr>
          <p:cNvPr id="484" name="Google Shape;484;h3b4df1639693c68c_0_165"/>
          <p:cNvCxnSpPr/>
          <p:nvPr/>
        </p:nvCxnSpPr>
        <p:spPr>
          <a:xfrm>
            <a:off x="4629150" y="3243597"/>
            <a:ext cx="1895400" cy="0"/>
          </a:xfrm>
          <a:prstGeom prst="straightConnector1">
            <a:avLst/>
          </a:prstGeom>
          <a:noFill/>
          <a:ln cap="flat" cmpd="sng" w="14300">
            <a:solidFill>
              <a:srgbClr val="F2B84B"/>
            </a:solidFill>
            <a:prstDash val="solid"/>
            <a:round/>
            <a:headEnd len="sm" w="sm" type="none"/>
            <a:tailEnd len="sm" w="sm" type="none"/>
          </a:ln>
        </p:spPr>
      </p:cxnSp>
      <p:sp>
        <p:nvSpPr>
          <p:cNvPr id="485" name="Google Shape;485;h3b4df1639693c68c_0_165"/>
          <p:cNvSpPr/>
          <p:nvPr/>
        </p:nvSpPr>
        <p:spPr>
          <a:xfrm>
            <a:off x="4629150" y="3595953"/>
            <a:ext cx="19524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B84B"/>
              </a:buClr>
              <a:buSzPts val="1400"/>
              <a:buFont typeface="IBM Plex Sans"/>
              <a:buNone/>
            </a:pPr>
            <a:r>
              <a:rPr b="1" i="0" lang="en" sz="1400" u="none" cap="none" strike="noStrike">
                <a:solidFill>
                  <a:srgbClr val="F2B84B"/>
                </a:solidFill>
                <a:latin typeface="IBM Plex Sans"/>
                <a:ea typeface="IBM Plex Sans"/>
                <a:cs typeface="IBM Plex Sans"/>
                <a:sym typeface="IBM Plex Sans"/>
              </a:rPr>
              <a:t>3</a:t>
            </a:r>
            <a:r>
              <a:rPr b="1" i="0" lang="en" sz="1400" u="none" cap="none" strike="noStrike">
                <a:solidFill>
                  <a:srgbClr val="FBF4EC"/>
                </a:solidFill>
                <a:latin typeface="IBM Plex Sans"/>
                <a:ea typeface="IBM Plex Sans"/>
                <a:cs typeface="IBM Plex Sans"/>
                <a:sym typeface="IBM Plex Sans"/>
              </a:rPr>
              <a:t> Tempo</a:t>
            </a:r>
            <a:endParaRPr b="0" i="0" sz="1400" u="none" cap="none" strike="noStrike">
              <a:solidFill>
                <a:schemeClr val="dk1"/>
              </a:solidFill>
              <a:latin typeface="Calibri"/>
              <a:ea typeface="Calibri"/>
              <a:cs typeface="Calibri"/>
              <a:sym typeface="Calibri"/>
            </a:endParaRPr>
          </a:p>
        </p:txBody>
      </p:sp>
      <p:sp>
        <p:nvSpPr>
          <p:cNvPr id="486" name="Google Shape;486;h3b4df1639693c68c_0_165"/>
          <p:cNvSpPr/>
          <p:nvPr/>
        </p:nvSpPr>
        <p:spPr>
          <a:xfrm>
            <a:off x="4629150" y="3839772"/>
            <a:ext cx="19524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Did music get faster and more danceable?</a:t>
            </a:r>
            <a:endParaRPr b="0" i="0" sz="900" u="none" cap="none" strike="noStrike">
              <a:solidFill>
                <a:schemeClr val="dk1"/>
              </a:solidFill>
              <a:latin typeface="Calibri"/>
              <a:ea typeface="Calibri"/>
              <a:cs typeface="Calibri"/>
              <a:sym typeface="Calibri"/>
            </a:endParaRPr>
          </a:p>
        </p:txBody>
      </p:sp>
      <p:cxnSp>
        <p:nvCxnSpPr>
          <p:cNvPr id="487" name="Google Shape;487;h3b4df1639693c68c_0_165"/>
          <p:cNvCxnSpPr/>
          <p:nvPr/>
        </p:nvCxnSpPr>
        <p:spPr>
          <a:xfrm>
            <a:off x="6638925" y="3243597"/>
            <a:ext cx="1895400" cy="0"/>
          </a:xfrm>
          <a:prstGeom prst="straightConnector1">
            <a:avLst/>
          </a:prstGeom>
          <a:noFill/>
          <a:ln cap="flat" cmpd="sng" w="14300">
            <a:solidFill>
              <a:srgbClr val="F2B84B"/>
            </a:solidFill>
            <a:prstDash val="solid"/>
            <a:round/>
            <a:headEnd len="sm" w="sm" type="none"/>
            <a:tailEnd len="sm" w="sm" type="none"/>
          </a:ln>
        </p:spPr>
      </p:cxnSp>
      <p:sp>
        <p:nvSpPr>
          <p:cNvPr id="488" name="Google Shape;488;h3b4df1639693c68c_0_165"/>
          <p:cNvSpPr/>
          <p:nvPr/>
        </p:nvSpPr>
        <p:spPr>
          <a:xfrm>
            <a:off x="6638925" y="3595953"/>
            <a:ext cx="19524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B84B"/>
              </a:buClr>
              <a:buSzPts val="1400"/>
              <a:buFont typeface="IBM Plex Sans"/>
              <a:buNone/>
            </a:pPr>
            <a:r>
              <a:rPr b="1" i="0" lang="en" sz="1400" u="none" cap="none" strike="noStrike">
                <a:solidFill>
                  <a:srgbClr val="F2B84B"/>
                </a:solidFill>
                <a:latin typeface="IBM Plex Sans"/>
                <a:ea typeface="IBM Plex Sans"/>
                <a:cs typeface="IBM Plex Sans"/>
                <a:sym typeface="IBM Plex Sans"/>
              </a:rPr>
              <a:t>4</a:t>
            </a:r>
            <a:r>
              <a:rPr b="1" i="0" lang="en" sz="1400" u="none" cap="none" strike="noStrike">
                <a:solidFill>
                  <a:srgbClr val="FBF4EC"/>
                </a:solidFill>
                <a:latin typeface="IBM Plex Sans"/>
                <a:ea typeface="IBM Plex Sans"/>
                <a:cs typeface="IBM Plex Sans"/>
                <a:sym typeface="IBM Plex Sans"/>
              </a:rPr>
              <a:t> Meaning</a:t>
            </a:r>
            <a:endParaRPr b="0" i="0" sz="1400" u="none" cap="none" strike="noStrike">
              <a:solidFill>
                <a:schemeClr val="dk1"/>
              </a:solidFill>
              <a:latin typeface="Calibri"/>
              <a:ea typeface="Calibri"/>
              <a:cs typeface="Calibri"/>
              <a:sym typeface="Calibri"/>
            </a:endParaRPr>
          </a:p>
        </p:txBody>
      </p:sp>
      <p:sp>
        <p:nvSpPr>
          <p:cNvPr id="489" name="Google Shape;489;h3b4df1639693c68c_0_165"/>
          <p:cNvSpPr/>
          <p:nvPr/>
        </p:nvSpPr>
        <p:spPr>
          <a:xfrm>
            <a:off x="6638925" y="3839772"/>
            <a:ext cx="19524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How do songs feel, and what do listeners reward?</a:t>
            </a:r>
            <a:endParaRPr b="0" i="0" sz="900" u="none" cap="none" strike="noStrike">
              <a:solidFill>
                <a:schemeClr val="dk1"/>
              </a:solidFill>
              <a:latin typeface="Calibri"/>
              <a:ea typeface="Calibri"/>
              <a:cs typeface="Calibri"/>
              <a:sym typeface="Calibri"/>
            </a:endParaRPr>
          </a:p>
        </p:txBody>
      </p:sp>
      <p:sp>
        <p:nvSpPr>
          <p:cNvPr id="490" name="Google Shape;490;h3b4df1639693c68c_0_165"/>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z="900" u="none" cap="none" strike="noStrike">
                <a:solidFill>
                  <a:srgbClr val="C9A5A2"/>
                </a:solidFill>
                <a:latin typeface="IBM Plex Sans"/>
                <a:ea typeface="IBM Plex Sans"/>
                <a:cs typeface="IBM Plex Sans"/>
                <a:sym typeface="IBM Plex Sans"/>
              </a:rPr>
              <a:t>Source: Kaggle · Spotify Dataset 1921-2020, 600k+ Tracks · tracks.csv and artists.csv (Spotify Web API)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A24"/>
        </a:solidFill>
      </p:bgPr>
    </p:bg>
    <p:spTree>
      <p:nvGrpSpPr>
        <p:cNvPr id="495" name="Shape 495"/>
        <p:cNvGrpSpPr/>
        <p:nvPr/>
      </p:nvGrpSpPr>
      <p:grpSpPr>
        <a:xfrm>
          <a:off x="0" y="0"/>
          <a:ext cx="0" cy="0"/>
          <a:chOff x="0" y="0"/>
          <a:chExt cx="0" cy="0"/>
        </a:xfrm>
      </p:grpSpPr>
      <p:sp>
        <p:nvSpPr>
          <p:cNvPr id="496" name="Google Shape;496;h3b4df1639693c68c_0_97"/>
          <p:cNvSpPr/>
          <p:nvPr/>
        </p:nvSpPr>
        <p:spPr>
          <a:xfrm>
            <a:off x="609600" y="327300"/>
            <a:ext cx="81627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sz="3500">
                <a:solidFill>
                  <a:srgbClr val="F2B84B"/>
                </a:solidFill>
                <a:latin typeface="IBM Plex Sans"/>
                <a:ea typeface="IBM Plex Sans"/>
                <a:cs typeface="IBM Plex Sans"/>
                <a:sym typeface="IBM Plex Sans"/>
              </a:rPr>
              <a:t>Data Cleaning</a:t>
            </a:r>
            <a:endParaRPr i="0" sz="3500" u="none" cap="none" strike="noStrike">
              <a:solidFill>
                <a:schemeClr val="dk1"/>
              </a:solidFill>
              <a:latin typeface="IBM Plex Sans"/>
              <a:ea typeface="IBM Plex Sans"/>
              <a:cs typeface="IBM Plex Sans"/>
              <a:sym typeface="IBM Plex Sans"/>
            </a:endParaRPr>
          </a:p>
        </p:txBody>
      </p:sp>
      <p:sp>
        <p:nvSpPr>
          <p:cNvPr id="497" name="Google Shape;497;h3b4df1639693c68c_0_97"/>
          <p:cNvSpPr/>
          <p:nvPr/>
        </p:nvSpPr>
        <p:spPr>
          <a:xfrm>
            <a:off x="611981" y="1332012"/>
            <a:ext cx="3900600" cy="1121100"/>
          </a:xfrm>
          <a:prstGeom prst="roundRect">
            <a:avLst>
              <a:gd fmla="val 8284" name="adj"/>
            </a:avLst>
          </a:prstGeom>
          <a:solidFill>
            <a:srgbClr val="1B2733"/>
          </a:solidFill>
          <a:ln cap="flat" cmpd="sng" w="7150">
            <a:solidFill>
              <a:srgbClr val="2B3A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8" name="Google Shape;498;h3b4df1639693c68c_0_97"/>
          <p:cNvSpPr/>
          <p:nvPr/>
        </p:nvSpPr>
        <p:spPr>
          <a:xfrm>
            <a:off x="785813" y="1703933"/>
            <a:ext cx="15699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DM Sans"/>
              <a:buNone/>
            </a:pPr>
            <a:r>
              <a:rPr b="1" i="0" lang="en" sz="2700" u="none" cap="none" strike="noStrike">
                <a:solidFill>
                  <a:srgbClr val="F2B84B"/>
                </a:solidFill>
                <a:latin typeface="DM Sans"/>
                <a:ea typeface="DM Sans"/>
                <a:cs typeface="DM Sans"/>
                <a:sym typeface="DM Sans"/>
              </a:rPr>
              <a:t>138,591</a:t>
            </a:r>
            <a:endParaRPr b="0" i="0" sz="2700" u="none" cap="none" strike="noStrike">
              <a:solidFill>
                <a:schemeClr val="dk1"/>
              </a:solidFill>
              <a:latin typeface="Calibri"/>
              <a:ea typeface="Calibri"/>
              <a:cs typeface="Calibri"/>
              <a:sym typeface="Calibri"/>
            </a:endParaRPr>
          </a:p>
        </p:txBody>
      </p:sp>
      <p:sp>
        <p:nvSpPr>
          <p:cNvPr id="499" name="Google Shape;499;h3b4df1639693c68c_0_97"/>
          <p:cNvSpPr/>
          <p:nvPr/>
        </p:nvSpPr>
        <p:spPr>
          <a:xfrm>
            <a:off x="2462213" y="1505843"/>
            <a:ext cx="19329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EFE8"/>
              </a:buClr>
              <a:buSzPts val="1400"/>
              <a:buFont typeface="DM Sans"/>
              <a:buNone/>
            </a:pPr>
            <a:r>
              <a:rPr b="1" i="0" lang="en" sz="1400" u="none" cap="none" strike="noStrike">
                <a:solidFill>
                  <a:srgbClr val="F2EFE8"/>
                </a:solidFill>
                <a:latin typeface="DM Sans"/>
                <a:ea typeface="DM Sans"/>
                <a:cs typeface="DM Sans"/>
                <a:sym typeface="DM Sans"/>
              </a:rPr>
              <a:t>Dates fixed</a:t>
            </a:r>
            <a:endParaRPr b="0" i="0" sz="1400" u="none" cap="none" strike="noStrike">
              <a:solidFill>
                <a:schemeClr val="dk1"/>
              </a:solidFill>
              <a:latin typeface="Calibri"/>
              <a:ea typeface="Calibri"/>
              <a:cs typeface="Calibri"/>
              <a:sym typeface="Calibri"/>
            </a:endParaRPr>
          </a:p>
        </p:txBody>
      </p:sp>
      <p:sp>
        <p:nvSpPr>
          <p:cNvPr id="500" name="Google Shape;500;h3b4df1639693c68c_0_97"/>
          <p:cNvSpPr/>
          <p:nvPr/>
        </p:nvSpPr>
        <p:spPr>
          <a:xfrm>
            <a:off x="2462213" y="1759186"/>
            <a:ext cx="19329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4BF"/>
              </a:buClr>
              <a:buSzPts val="1000"/>
              <a:buFont typeface="DM Sans"/>
              <a:buNone/>
            </a:pPr>
            <a:r>
              <a:rPr b="0" i="0" lang="en" sz="1000" u="none" cap="none" strike="noStrike">
                <a:solidFill>
                  <a:srgbClr val="A9B4BF"/>
                </a:solidFill>
                <a:latin typeface="DM Sans"/>
                <a:ea typeface="DM Sans"/>
                <a:cs typeface="DM Sans"/>
                <a:sym typeface="DM Sans"/>
              </a:rPr>
              <a:t>Year-only dates would be blanked by default parsing. We read the year directly.</a:t>
            </a:r>
            <a:endParaRPr b="0" i="0" sz="1000" u="none" cap="none" strike="noStrike">
              <a:solidFill>
                <a:schemeClr val="dk1"/>
              </a:solidFill>
              <a:latin typeface="Calibri"/>
              <a:ea typeface="Calibri"/>
              <a:cs typeface="Calibri"/>
              <a:sym typeface="Calibri"/>
            </a:endParaRPr>
          </a:p>
        </p:txBody>
      </p:sp>
      <p:sp>
        <p:nvSpPr>
          <p:cNvPr id="501" name="Google Shape;501;h3b4df1639693c68c_0_97"/>
          <p:cNvSpPr/>
          <p:nvPr/>
        </p:nvSpPr>
        <p:spPr>
          <a:xfrm>
            <a:off x="4631531" y="1332012"/>
            <a:ext cx="3900600" cy="1121100"/>
          </a:xfrm>
          <a:prstGeom prst="roundRect">
            <a:avLst>
              <a:gd fmla="val 8284" name="adj"/>
            </a:avLst>
          </a:prstGeom>
          <a:solidFill>
            <a:srgbClr val="1B2733"/>
          </a:solidFill>
          <a:ln cap="flat" cmpd="sng" w="7150">
            <a:solidFill>
              <a:srgbClr val="2B3A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2" name="Google Shape;502;h3b4df1639693c68c_0_97"/>
          <p:cNvSpPr/>
          <p:nvPr/>
        </p:nvSpPr>
        <p:spPr>
          <a:xfrm>
            <a:off x="4805363" y="1703933"/>
            <a:ext cx="15699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DM Sans"/>
              <a:buNone/>
            </a:pPr>
            <a:r>
              <a:rPr b="1" i="0" lang="en" sz="2700" u="none" cap="none" strike="noStrike">
                <a:solidFill>
                  <a:srgbClr val="F2B84B"/>
                </a:solidFill>
                <a:latin typeface="DM Sans"/>
                <a:ea typeface="DM Sans"/>
                <a:cs typeface="DM Sans"/>
                <a:sym typeface="DM Sans"/>
              </a:rPr>
              <a:t>59,992</a:t>
            </a:r>
            <a:endParaRPr b="0" i="0" sz="2700" u="none" cap="none" strike="noStrike">
              <a:solidFill>
                <a:schemeClr val="dk1"/>
              </a:solidFill>
              <a:latin typeface="Calibri"/>
              <a:ea typeface="Calibri"/>
              <a:cs typeface="Calibri"/>
              <a:sym typeface="Calibri"/>
            </a:endParaRPr>
          </a:p>
        </p:txBody>
      </p:sp>
      <p:sp>
        <p:nvSpPr>
          <p:cNvPr id="503" name="Google Shape;503;h3b4df1639693c68c_0_97"/>
          <p:cNvSpPr/>
          <p:nvPr/>
        </p:nvSpPr>
        <p:spPr>
          <a:xfrm>
            <a:off x="6481763" y="1505843"/>
            <a:ext cx="19329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EFE8"/>
              </a:buClr>
              <a:buSzPts val="1400"/>
              <a:buFont typeface="DM Sans"/>
              <a:buNone/>
            </a:pPr>
            <a:r>
              <a:rPr b="1" i="0" lang="en" sz="1400" u="none" cap="none" strike="noStrike">
                <a:solidFill>
                  <a:srgbClr val="F2EFE8"/>
                </a:solidFill>
                <a:latin typeface="DM Sans"/>
                <a:ea typeface="DM Sans"/>
                <a:cs typeface="DM Sans"/>
                <a:sym typeface="DM Sans"/>
              </a:rPr>
              <a:t>Re-releases removed</a:t>
            </a:r>
            <a:endParaRPr b="0" i="0" sz="1400" u="none" cap="none" strike="noStrike">
              <a:solidFill>
                <a:schemeClr val="dk1"/>
              </a:solidFill>
              <a:latin typeface="Calibri"/>
              <a:ea typeface="Calibri"/>
              <a:cs typeface="Calibri"/>
              <a:sym typeface="Calibri"/>
            </a:endParaRPr>
          </a:p>
        </p:txBody>
      </p:sp>
      <p:sp>
        <p:nvSpPr>
          <p:cNvPr id="504" name="Google Shape;504;h3b4df1639693c68c_0_97"/>
          <p:cNvSpPr/>
          <p:nvPr/>
        </p:nvSpPr>
        <p:spPr>
          <a:xfrm>
            <a:off x="6481763" y="1759186"/>
            <a:ext cx="19329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4BF"/>
              </a:buClr>
              <a:buSzPts val="1000"/>
              <a:buFont typeface="DM Sans"/>
              <a:buNone/>
            </a:pPr>
            <a:r>
              <a:rPr b="0" i="0" lang="en" sz="1000" u="none" cap="none" strike="noStrike">
                <a:solidFill>
                  <a:srgbClr val="A9B4BF"/>
                </a:solidFill>
                <a:latin typeface="DM Sans"/>
                <a:ea typeface="DM Sans"/>
                <a:cs typeface="DM Sans"/>
                <a:sym typeface="DM Sans"/>
              </a:rPr>
              <a:t>Same song and artist repeated across years. We kept the earliest release.</a:t>
            </a:r>
            <a:endParaRPr b="0" i="0" sz="1000" u="none" cap="none" strike="noStrike">
              <a:solidFill>
                <a:schemeClr val="dk1"/>
              </a:solidFill>
              <a:latin typeface="Calibri"/>
              <a:ea typeface="Calibri"/>
              <a:cs typeface="Calibri"/>
              <a:sym typeface="Calibri"/>
            </a:endParaRPr>
          </a:p>
        </p:txBody>
      </p:sp>
      <p:sp>
        <p:nvSpPr>
          <p:cNvPr id="505" name="Google Shape;505;h3b4df1639693c68c_0_97"/>
          <p:cNvSpPr/>
          <p:nvPr/>
        </p:nvSpPr>
        <p:spPr>
          <a:xfrm>
            <a:off x="611981" y="2610222"/>
            <a:ext cx="3900600" cy="1326900"/>
          </a:xfrm>
          <a:prstGeom prst="roundRect">
            <a:avLst>
              <a:gd fmla="val 7000" name="adj"/>
            </a:avLst>
          </a:prstGeom>
          <a:solidFill>
            <a:srgbClr val="1B2733"/>
          </a:solidFill>
          <a:ln cap="flat" cmpd="sng" w="7150">
            <a:solidFill>
              <a:srgbClr val="2B3A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6" name="Google Shape;506;h3b4df1639693c68c_0_97"/>
          <p:cNvSpPr/>
          <p:nvPr/>
        </p:nvSpPr>
        <p:spPr>
          <a:xfrm>
            <a:off x="785813" y="3085021"/>
            <a:ext cx="15699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DM Sans"/>
              <a:buNone/>
            </a:pPr>
            <a:r>
              <a:rPr b="1" i="0" lang="en" sz="2700" u="none" cap="none" strike="noStrike">
                <a:solidFill>
                  <a:srgbClr val="F2B84B"/>
                </a:solidFill>
                <a:latin typeface="DM Sans"/>
                <a:ea typeface="DM Sans"/>
                <a:cs typeface="DM Sans"/>
                <a:sym typeface="DM Sans"/>
              </a:rPr>
              <a:t>22,430</a:t>
            </a:r>
            <a:endParaRPr b="0" i="0" sz="2700" u="none" cap="none" strike="noStrike">
              <a:solidFill>
                <a:schemeClr val="dk1"/>
              </a:solidFill>
              <a:latin typeface="Calibri"/>
              <a:ea typeface="Calibri"/>
              <a:cs typeface="Calibri"/>
              <a:sym typeface="Calibri"/>
            </a:endParaRPr>
          </a:p>
        </p:txBody>
      </p:sp>
      <p:sp>
        <p:nvSpPr>
          <p:cNvPr id="507" name="Google Shape;507;h3b4df1639693c68c_0_97"/>
          <p:cNvSpPr/>
          <p:nvPr/>
        </p:nvSpPr>
        <p:spPr>
          <a:xfrm>
            <a:off x="2462213" y="2784053"/>
            <a:ext cx="1932900" cy="430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EFE8"/>
              </a:buClr>
              <a:buSzPts val="1400"/>
              <a:buFont typeface="DM Sans"/>
              <a:buNone/>
            </a:pPr>
            <a:r>
              <a:rPr b="1" i="0" lang="en" sz="1400" u="none" cap="none" strike="noStrike">
                <a:solidFill>
                  <a:srgbClr val="F2EFE8"/>
                </a:solidFill>
                <a:latin typeface="DM Sans"/>
                <a:ea typeface="DM Sans"/>
                <a:cs typeface="DM Sans"/>
                <a:sym typeface="DM Sans"/>
              </a:rPr>
              <a:t>Spoken word excluded</a:t>
            </a:r>
            <a:endParaRPr b="0" i="0" sz="1400" u="none" cap="none" strike="noStrike">
              <a:solidFill>
                <a:schemeClr val="dk1"/>
              </a:solidFill>
              <a:latin typeface="Calibri"/>
              <a:ea typeface="Calibri"/>
              <a:cs typeface="Calibri"/>
              <a:sym typeface="Calibri"/>
            </a:endParaRPr>
          </a:p>
        </p:txBody>
      </p:sp>
      <p:sp>
        <p:nvSpPr>
          <p:cNvPr id="508" name="Google Shape;508;h3b4df1639693c68c_0_97"/>
          <p:cNvSpPr/>
          <p:nvPr/>
        </p:nvSpPr>
        <p:spPr>
          <a:xfrm>
            <a:off x="2462213" y="3243114"/>
            <a:ext cx="19329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4BF"/>
              </a:buClr>
              <a:buSzPts val="1000"/>
              <a:buFont typeface="DM Sans"/>
              <a:buNone/>
            </a:pPr>
            <a:r>
              <a:rPr b="0" i="0" lang="en" sz="1000" u="none" cap="none" strike="noStrike">
                <a:solidFill>
                  <a:srgbClr val="A9B4BF"/>
                </a:solidFill>
                <a:latin typeface="DM Sans"/>
                <a:ea typeface="DM Sans"/>
                <a:cs typeface="DM Sans"/>
                <a:sym typeface="DM Sans"/>
              </a:rPr>
              <a:t>Audiobooks and comedy (speechiness above 0.66) are left out of the EDA.</a:t>
            </a:r>
            <a:endParaRPr b="0" i="0" sz="1000" u="none" cap="none" strike="noStrike">
              <a:solidFill>
                <a:schemeClr val="dk1"/>
              </a:solidFill>
              <a:latin typeface="Calibri"/>
              <a:ea typeface="Calibri"/>
              <a:cs typeface="Calibri"/>
              <a:sym typeface="Calibri"/>
            </a:endParaRPr>
          </a:p>
        </p:txBody>
      </p:sp>
      <p:sp>
        <p:nvSpPr>
          <p:cNvPr id="509" name="Google Shape;509;h3b4df1639693c68c_0_97"/>
          <p:cNvSpPr/>
          <p:nvPr/>
        </p:nvSpPr>
        <p:spPr>
          <a:xfrm>
            <a:off x="4631531" y="2610222"/>
            <a:ext cx="3900600" cy="1326900"/>
          </a:xfrm>
          <a:prstGeom prst="roundRect">
            <a:avLst>
              <a:gd fmla="val 7000" name="adj"/>
            </a:avLst>
          </a:prstGeom>
          <a:solidFill>
            <a:srgbClr val="1B2733"/>
          </a:solidFill>
          <a:ln cap="flat" cmpd="sng" w="7150">
            <a:solidFill>
              <a:srgbClr val="2B3A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0" name="Google Shape;510;h3b4df1639693c68c_0_97"/>
          <p:cNvSpPr/>
          <p:nvPr/>
        </p:nvSpPr>
        <p:spPr>
          <a:xfrm>
            <a:off x="4805363" y="3085021"/>
            <a:ext cx="15699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DM Sans"/>
              <a:buNone/>
            </a:pPr>
            <a:r>
              <a:rPr b="1" i="0" lang="en" sz="2700" u="none" cap="none" strike="noStrike">
                <a:solidFill>
                  <a:srgbClr val="F2B84B"/>
                </a:solidFill>
                <a:latin typeface="DM Sans"/>
                <a:ea typeface="DM Sans"/>
                <a:cs typeface="DM Sans"/>
                <a:sym typeface="DM Sans"/>
              </a:rPr>
              <a:t>+22</a:t>
            </a:r>
            <a:endParaRPr b="0" i="0" sz="2700" u="none" cap="none" strike="noStrike">
              <a:solidFill>
                <a:schemeClr val="dk1"/>
              </a:solidFill>
              <a:latin typeface="Calibri"/>
              <a:ea typeface="Calibri"/>
              <a:cs typeface="Calibri"/>
              <a:sym typeface="Calibri"/>
            </a:endParaRPr>
          </a:p>
        </p:txBody>
      </p:sp>
      <p:sp>
        <p:nvSpPr>
          <p:cNvPr id="511" name="Google Shape;511;h3b4df1639693c68c_0_97"/>
          <p:cNvSpPr/>
          <p:nvPr/>
        </p:nvSpPr>
        <p:spPr>
          <a:xfrm>
            <a:off x="6481763" y="2886893"/>
            <a:ext cx="19329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EFE8"/>
              </a:buClr>
              <a:buSzPts val="1400"/>
              <a:buFont typeface="DM Sans"/>
              <a:buNone/>
            </a:pPr>
            <a:r>
              <a:rPr b="1" i="0" lang="en" sz="1400" u="none" cap="none" strike="noStrike">
                <a:solidFill>
                  <a:srgbClr val="F2EFE8"/>
                </a:solidFill>
                <a:latin typeface="DM Sans"/>
                <a:ea typeface="DM Sans"/>
                <a:cs typeface="DM Sans"/>
                <a:sym typeface="DM Sans"/>
              </a:rPr>
              <a:t>New columns</a:t>
            </a:r>
            <a:endParaRPr b="0" i="0" sz="1400" u="none" cap="none" strike="noStrike">
              <a:solidFill>
                <a:schemeClr val="dk1"/>
              </a:solidFill>
              <a:latin typeface="Calibri"/>
              <a:ea typeface="Calibri"/>
              <a:cs typeface="Calibri"/>
              <a:sym typeface="Calibri"/>
            </a:endParaRPr>
          </a:p>
        </p:txBody>
      </p:sp>
      <p:sp>
        <p:nvSpPr>
          <p:cNvPr id="512" name="Google Shape;512;h3b4df1639693c68c_0_97"/>
          <p:cNvSpPr/>
          <p:nvPr/>
        </p:nvSpPr>
        <p:spPr>
          <a:xfrm>
            <a:off x="6481763" y="3140237"/>
            <a:ext cx="19329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4BF"/>
              </a:buClr>
              <a:buSzPts val="1000"/>
              <a:buFont typeface="DM Sans"/>
              <a:buNone/>
            </a:pPr>
            <a:r>
              <a:rPr b="0" i="0" lang="en" sz="1000" u="none" cap="none" strike="noStrike">
                <a:solidFill>
                  <a:srgbClr val="A9B4BF"/>
                </a:solidFill>
                <a:latin typeface="DM Sans"/>
                <a:ea typeface="DM Sans"/>
                <a:cs typeface="DM Sans"/>
                <a:sym typeface="DM Sans"/>
              </a:rPr>
              <a:t>Parsed artist lists, joined artist data, added year, decade and mood.</a:t>
            </a:r>
            <a:endParaRPr b="0" i="0" sz="1000" u="none" cap="none" strike="noStrike">
              <a:solidFill>
                <a:schemeClr val="dk1"/>
              </a:solidFill>
              <a:latin typeface="Calibri"/>
              <a:ea typeface="Calibri"/>
              <a:cs typeface="Calibri"/>
              <a:sym typeface="Calibri"/>
            </a:endParaRPr>
          </a:p>
        </p:txBody>
      </p:sp>
      <p:sp>
        <p:nvSpPr>
          <p:cNvPr id="513" name="Google Shape;513;h3b4df1639693c68c_0_97"/>
          <p:cNvSpPr/>
          <p:nvPr/>
        </p:nvSpPr>
        <p:spPr>
          <a:xfrm>
            <a:off x="609600" y="4091769"/>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CC8B2"/>
              </a:buClr>
              <a:buSzPts val="900"/>
              <a:buFont typeface="DM Sans"/>
              <a:buNone/>
            </a:pPr>
            <a:r>
              <a:rPr b="1" i="0" lang="en" sz="900" u="none" cap="none" strike="noStrike">
                <a:solidFill>
                  <a:srgbClr val="5CC8B2"/>
                </a:solidFill>
                <a:latin typeface="DM Sans"/>
                <a:ea typeface="DM Sans"/>
                <a:cs typeface="DM Sans"/>
                <a:sym typeface="DM Sans"/>
              </a:rPr>
              <a:t>Also:</a:t>
            </a:r>
            <a:r>
              <a:rPr b="0" i="0" lang="en" sz="900" u="none" cap="none" strike="noStrike">
                <a:solidFill>
                  <a:srgbClr val="D5DAE0"/>
                </a:solidFill>
                <a:latin typeface="DM Sans"/>
                <a:ea typeface="DM Sans"/>
                <a:cs typeface="DM Sans"/>
                <a:sym typeface="DM Sans"/>
              </a:rPr>
              <a:t> 71 unnamed tracks dropped · impossible values set to missing · genre treated as a subset (74% of artists untagged)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A24"/>
        </a:solidFill>
      </p:bgPr>
    </p:bg>
    <p:spTree>
      <p:nvGrpSpPr>
        <p:cNvPr id="518" name="Shape 518"/>
        <p:cNvGrpSpPr/>
        <p:nvPr/>
      </p:nvGrpSpPr>
      <p:grpSpPr>
        <a:xfrm>
          <a:off x="0" y="0"/>
          <a:ext cx="0" cy="0"/>
          <a:chOff x="0" y="0"/>
          <a:chExt cx="0" cy="0"/>
        </a:xfrm>
      </p:grpSpPr>
      <p:sp>
        <p:nvSpPr>
          <p:cNvPr id="519" name="Google Shape;519;h3892b9dc31c4a313_0_5"/>
          <p:cNvSpPr/>
          <p:nvPr/>
        </p:nvSpPr>
        <p:spPr>
          <a:xfrm>
            <a:off x="14500" y="52600"/>
            <a:ext cx="81627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sz="3500">
                <a:solidFill>
                  <a:srgbClr val="F2B84B"/>
                </a:solidFill>
                <a:latin typeface="IBM Plex Sans"/>
                <a:ea typeface="IBM Plex Sans"/>
                <a:cs typeface="IBM Plex Sans"/>
                <a:sym typeface="IBM Plex Sans"/>
              </a:rPr>
              <a:t>Data Cleaning</a:t>
            </a:r>
            <a:endParaRPr i="0" sz="3500" u="none" cap="none" strike="noStrike">
              <a:solidFill>
                <a:schemeClr val="dk1"/>
              </a:solidFill>
              <a:latin typeface="IBM Plex Sans"/>
              <a:ea typeface="IBM Plex Sans"/>
              <a:cs typeface="IBM Plex Sans"/>
              <a:sym typeface="IBM Plex Sans"/>
            </a:endParaRPr>
          </a:p>
        </p:txBody>
      </p:sp>
      <p:sp>
        <p:nvSpPr>
          <p:cNvPr id="520" name="Google Shape;520;h3892b9dc31c4a313_0_5"/>
          <p:cNvSpPr/>
          <p:nvPr/>
        </p:nvSpPr>
        <p:spPr>
          <a:xfrm>
            <a:off x="124000" y="591700"/>
            <a:ext cx="7943700" cy="38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a:solidFill>
                  <a:srgbClr val="FBFBF8"/>
                </a:solidFill>
                <a:latin typeface="IBM Plex Sans"/>
                <a:ea typeface="IBM Plex Sans"/>
                <a:cs typeface="IBM Plex Sans"/>
                <a:sym typeface="IBM Plex Sans"/>
              </a:rPr>
              <a:t>Removing Audiobooks, DJ mixes, skits, and noise tracks before/after</a:t>
            </a:r>
            <a:endParaRPr i="0" u="none" cap="none" strike="noStrike">
              <a:solidFill>
                <a:srgbClr val="FBFBF8"/>
              </a:solidFill>
              <a:latin typeface="IBM Plex Sans"/>
              <a:ea typeface="IBM Plex Sans"/>
              <a:cs typeface="IBM Plex Sans"/>
              <a:sym typeface="IBM Plex Sans"/>
            </a:endParaRPr>
          </a:p>
        </p:txBody>
      </p:sp>
      <p:pic>
        <p:nvPicPr>
          <p:cNvPr id="521" name="Google Shape;521;h3892b9dc31c4a313_0_5" title="Screenshot 2026-10-07 at 1.21.43 AM.png"/>
          <p:cNvPicPr preferRelativeResize="0"/>
          <p:nvPr/>
        </p:nvPicPr>
        <p:blipFill>
          <a:blip r:embed="rId3">
            <a:alphaModFix/>
          </a:blip>
          <a:stretch>
            <a:fillRect/>
          </a:stretch>
        </p:blipFill>
        <p:spPr>
          <a:xfrm>
            <a:off x="443025" y="975100"/>
            <a:ext cx="8162698" cy="4029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A24"/>
        </a:solidFill>
      </p:bgPr>
    </p:bg>
    <p:spTree>
      <p:nvGrpSpPr>
        <p:cNvPr id="526" name="Shape 526"/>
        <p:cNvGrpSpPr/>
        <p:nvPr/>
      </p:nvGrpSpPr>
      <p:grpSpPr>
        <a:xfrm>
          <a:off x="0" y="0"/>
          <a:ext cx="0" cy="0"/>
          <a:chOff x="0" y="0"/>
          <a:chExt cx="0" cy="0"/>
        </a:xfrm>
      </p:grpSpPr>
      <p:sp>
        <p:nvSpPr>
          <p:cNvPr id="527" name="Google Shape;527;h3892b9dc31c4a313_0_61"/>
          <p:cNvSpPr/>
          <p:nvPr/>
        </p:nvSpPr>
        <p:spPr>
          <a:xfrm>
            <a:off x="14500" y="52600"/>
            <a:ext cx="81627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sz="3500">
                <a:solidFill>
                  <a:srgbClr val="F2B84B"/>
                </a:solidFill>
                <a:latin typeface="IBM Plex Sans"/>
                <a:ea typeface="IBM Plex Sans"/>
                <a:cs typeface="IBM Plex Sans"/>
                <a:sym typeface="IBM Plex Sans"/>
              </a:rPr>
              <a:t>Data Cleaning</a:t>
            </a:r>
            <a:endParaRPr i="0" sz="3500" u="none" cap="none" strike="noStrike">
              <a:solidFill>
                <a:schemeClr val="dk1"/>
              </a:solidFill>
              <a:latin typeface="IBM Plex Sans"/>
              <a:ea typeface="IBM Plex Sans"/>
              <a:cs typeface="IBM Plex Sans"/>
              <a:sym typeface="IBM Plex Sans"/>
            </a:endParaRPr>
          </a:p>
        </p:txBody>
      </p:sp>
      <p:sp>
        <p:nvSpPr>
          <p:cNvPr id="528" name="Google Shape;528;h3892b9dc31c4a313_0_61"/>
          <p:cNvSpPr/>
          <p:nvPr/>
        </p:nvSpPr>
        <p:spPr>
          <a:xfrm>
            <a:off x="124000" y="591700"/>
            <a:ext cx="7943700" cy="38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a:solidFill>
                  <a:srgbClr val="FBFBF8"/>
                </a:solidFill>
                <a:latin typeface="IBM Plex Sans"/>
                <a:ea typeface="IBM Plex Sans"/>
                <a:cs typeface="IBM Plex Sans"/>
                <a:sym typeface="IBM Plex Sans"/>
              </a:rPr>
              <a:t>Removing Audiobooks, DJ mixes, skits, and noise tracks before/after</a:t>
            </a:r>
            <a:endParaRPr i="0" u="none" cap="none" strike="noStrike">
              <a:solidFill>
                <a:srgbClr val="FBFBF8"/>
              </a:solidFill>
              <a:latin typeface="IBM Plex Sans"/>
              <a:ea typeface="IBM Plex Sans"/>
              <a:cs typeface="IBM Plex Sans"/>
              <a:sym typeface="IBM Plex Sans"/>
            </a:endParaRPr>
          </a:p>
        </p:txBody>
      </p:sp>
      <p:pic>
        <p:nvPicPr>
          <p:cNvPr id="529" name="Google Shape;529;h3892b9dc31c4a313_0_61" title="fig04_duration_cleaned_only.png"/>
          <p:cNvPicPr preferRelativeResize="0"/>
          <p:nvPr/>
        </p:nvPicPr>
        <p:blipFill>
          <a:blip r:embed="rId3">
            <a:alphaModFix/>
          </a:blip>
          <a:stretch>
            <a:fillRect/>
          </a:stretch>
        </p:blipFill>
        <p:spPr>
          <a:xfrm>
            <a:off x="273313" y="1170975"/>
            <a:ext cx="7645076" cy="3863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534" name="Shape 534"/>
        <p:cNvGrpSpPr/>
        <p:nvPr/>
      </p:nvGrpSpPr>
      <p:grpSpPr>
        <a:xfrm>
          <a:off x="0" y="0"/>
          <a:ext cx="0" cy="0"/>
          <a:chOff x="0" y="0"/>
          <a:chExt cx="0" cy="0"/>
        </a:xfrm>
      </p:grpSpPr>
      <p:sp>
        <p:nvSpPr>
          <p:cNvPr id="535" name="Google Shape;535;h3073bbad12d760b9_2_0"/>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6" name="Google Shape;536;h3073bbad12d760b9_2_0"/>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7" name="Google Shape;537;h3073bbad12d760b9_2_0"/>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8" name="Google Shape;538;h3073bbad12d760b9_2_0"/>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9" name="Google Shape;539;h3073bbad12d760b9_2_0"/>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0" name="Google Shape;540;h3073bbad12d760b9_2_0"/>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z="900" u="none" cap="none" strike="noStrike">
                <a:solidFill>
                  <a:srgbClr val="F2B84B"/>
                </a:solidFill>
                <a:latin typeface="IBM Plex Sans"/>
                <a:ea typeface="IBM Plex Sans"/>
                <a:cs typeface="IBM Plex Sans"/>
                <a:sym typeface="IBM Plex Sans"/>
              </a:rPr>
              <a:t>EXPLORATORY ANALYSIS · COLLABORATION</a:t>
            </a:r>
            <a:endParaRPr b="0" i="0" sz="900" u="none" cap="none" strike="noStrike">
              <a:solidFill>
                <a:schemeClr val="dk1"/>
              </a:solidFill>
              <a:latin typeface="Calibri"/>
              <a:ea typeface="Calibri"/>
              <a:cs typeface="Calibri"/>
              <a:sym typeface="Calibri"/>
            </a:endParaRPr>
          </a:p>
        </p:txBody>
      </p:sp>
      <p:sp>
        <p:nvSpPr>
          <p:cNvPr id="541" name="Google Shape;541;h3073bbad12d760b9_2_0"/>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i="0" lang="en" sz="2000" u="none" cap="none" strike="noStrike">
                <a:solidFill>
                  <a:srgbClr val="FBF4EC"/>
                </a:solidFill>
                <a:latin typeface="IBM Plex Sans"/>
                <a:ea typeface="IBM Plex Sans"/>
                <a:cs typeface="IBM Plex Sans"/>
                <a:sym typeface="IBM Plex Sans"/>
              </a:rPr>
              <a:t>Collaboration is back: 8% of tracks in 1990, 36% by 2020</a:t>
            </a:r>
            <a:endParaRPr b="0" i="0" sz="2000" u="none" cap="none" strike="noStrike">
              <a:solidFill>
                <a:schemeClr val="dk1"/>
              </a:solidFill>
              <a:latin typeface="Calibri"/>
              <a:ea typeface="Calibri"/>
              <a:cs typeface="Calibri"/>
              <a:sym typeface="Calibri"/>
            </a:endParaRPr>
          </a:p>
        </p:txBody>
      </p:sp>
      <p:sp>
        <p:nvSpPr>
          <p:cNvPr id="542" name="Google Shape;542;h3073bbad12d760b9_2_0"/>
          <p:cNvSpPr/>
          <p:nvPr/>
        </p:nvSpPr>
        <p:spPr>
          <a:xfrm>
            <a:off x="609600" y="1185974"/>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Two line charts of release year. (a) The share of tracks with two or more credited artists was 30% in 1950, 8% in 1990 and 36% in 2020. (b) Average credited artists per track was 1.52 in 1950, 1.11 in 1980 and 1.55 in 2020." id="543" name="Google Shape;543;h3073bbad12d760b9_2_0"/>
          <p:cNvPicPr preferRelativeResize="0"/>
          <p:nvPr/>
        </p:nvPicPr>
        <p:blipFill rotWithShape="1">
          <a:blip r:embed="rId3">
            <a:alphaModFix/>
          </a:blip>
          <a:srcRect b="-5728" l="0" r="0" t="-5717"/>
          <a:stretch/>
        </p:blipFill>
        <p:spPr>
          <a:xfrm>
            <a:off x="609600" y="1185974"/>
            <a:ext cx="5333999" cy="2195513"/>
          </a:xfrm>
          <a:prstGeom prst="rect">
            <a:avLst/>
          </a:prstGeom>
          <a:noFill/>
          <a:ln>
            <a:noFill/>
          </a:ln>
        </p:spPr>
      </p:pic>
      <p:sp>
        <p:nvSpPr>
          <p:cNvPr id="544" name="Google Shape;544;h3073bbad12d760b9_2_0"/>
          <p:cNvSpPr/>
          <p:nvPr/>
        </p:nvSpPr>
        <p:spPr>
          <a:xfrm>
            <a:off x="6060281" y="1188356"/>
            <a:ext cx="2472000" cy="2182800"/>
          </a:xfrm>
          <a:prstGeom prst="roundRect">
            <a:avLst>
              <a:gd fmla="val 4255"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5" name="Google Shape;545;h3073bbad12d760b9_2_0"/>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z="900" u="none" cap="none" strike="noStrike">
                <a:solidFill>
                  <a:srgbClr val="E9967F"/>
                </a:solidFill>
                <a:latin typeface="IBM Plex Sans"/>
                <a:ea typeface="IBM Plex Sans"/>
                <a:cs typeface="IBM Plex Sans"/>
                <a:sym typeface="IBM Plex Sans"/>
              </a:rPr>
              <a:t>HOW TO READ IT</a:t>
            </a:r>
            <a:endParaRPr b="0" i="0" sz="900" u="none" cap="none" strike="noStrike">
              <a:solidFill>
                <a:schemeClr val="dk1"/>
              </a:solidFill>
              <a:latin typeface="Calibri"/>
              <a:ea typeface="Calibri"/>
              <a:cs typeface="Calibri"/>
              <a:sym typeface="Calibri"/>
            </a:endParaRPr>
          </a:p>
        </p:txBody>
      </p:sp>
      <p:sp>
        <p:nvSpPr>
          <p:cNvPr id="546" name="Google Shape;546;h3073bbad12d760b9_2_0"/>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(a) Share of tracks with 2+ credited artists. (b) Average artists per track. Shaded bands show 95% confidence.</a:t>
            </a:r>
            <a:endParaRPr b="0" i="0" sz="900" u="none" cap="none" strike="noStrike">
              <a:solidFill>
                <a:schemeClr val="dk1"/>
              </a:solidFill>
              <a:latin typeface="Calibri"/>
              <a:ea typeface="Calibri"/>
              <a:cs typeface="Calibri"/>
              <a:sym typeface="Calibri"/>
            </a:endParaRPr>
          </a:p>
        </p:txBody>
      </p:sp>
      <p:sp>
        <p:nvSpPr>
          <p:cNvPr id="547" name="Google Shape;547;h3073bbad12d760b9_2_0"/>
          <p:cNvSpPr/>
          <p:nvPr/>
        </p:nvSpPr>
        <p:spPr>
          <a:xfrm>
            <a:off x="6196013"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8%</a:t>
            </a:r>
            <a:endParaRPr b="0" i="0" sz="2700" u="none" cap="none" strike="noStrike">
              <a:solidFill>
                <a:schemeClr val="dk1"/>
              </a:solidFill>
              <a:latin typeface="Calibri"/>
              <a:ea typeface="Calibri"/>
              <a:cs typeface="Calibri"/>
              <a:sym typeface="Calibri"/>
            </a:endParaRPr>
          </a:p>
        </p:txBody>
      </p:sp>
      <p:sp>
        <p:nvSpPr>
          <p:cNvPr id="548" name="Google Shape;548;h3073bbad12d760b9_2_0"/>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of tracks in 1990</a:t>
            </a:r>
            <a:endParaRPr b="0" i="0" sz="900" u="none" cap="none" strike="noStrike">
              <a:solidFill>
                <a:schemeClr val="dk1"/>
              </a:solidFill>
              <a:latin typeface="Calibri"/>
              <a:ea typeface="Calibri"/>
              <a:cs typeface="Calibri"/>
              <a:sym typeface="Calibri"/>
            </a:endParaRPr>
          </a:p>
        </p:txBody>
      </p:sp>
      <p:sp>
        <p:nvSpPr>
          <p:cNvPr id="549" name="Google Shape;549;h3073bbad12d760b9_2_0"/>
          <p:cNvSpPr/>
          <p:nvPr/>
        </p:nvSpPr>
        <p:spPr>
          <a:xfrm>
            <a:off x="7334250"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36%</a:t>
            </a:r>
            <a:endParaRPr b="0" i="0" sz="2700" u="none" cap="none" strike="noStrike">
              <a:solidFill>
                <a:schemeClr val="dk1"/>
              </a:solidFill>
              <a:latin typeface="Calibri"/>
              <a:ea typeface="Calibri"/>
              <a:cs typeface="Calibri"/>
              <a:sym typeface="Calibri"/>
            </a:endParaRPr>
          </a:p>
        </p:txBody>
      </p:sp>
      <p:sp>
        <p:nvSpPr>
          <p:cNvPr id="550" name="Google Shape;550;h3073bbad12d760b9_2_0"/>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of tracks in 2020</a:t>
            </a:r>
            <a:endParaRPr b="0" i="0" sz="900" u="none" cap="none" strike="noStrike">
              <a:solidFill>
                <a:schemeClr val="dk1"/>
              </a:solidFill>
              <a:latin typeface="Calibri"/>
              <a:ea typeface="Calibri"/>
              <a:cs typeface="Calibri"/>
              <a:sym typeface="Calibri"/>
            </a:endParaRPr>
          </a:p>
        </p:txBody>
      </p:sp>
      <p:sp>
        <p:nvSpPr>
          <p:cNvPr id="551" name="Google Shape;551;h3073bbad12d760b9_2_0"/>
          <p:cNvSpPr/>
          <p:nvPr/>
        </p:nvSpPr>
        <p:spPr>
          <a:xfrm>
            <a:off x="611981" y="3471081"/>
            <a:ext cx="3900600" cy="908100"/>
          </a:xfrm>
          <a:prstGeom prst="roundRect">
            <a:avLst>
              <a:gd fmla="val 1022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2" name="Google Shape;552;h3073bbad12d760b9_2_0"/>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z="900" u="none" cap="none" strike="noStrike">
                <a:solidFill>
                  <a:srgbClr val="F2B84B"/>
                </a:solidFill>
                <a:latin typeface="IBM Plex Sans"/>
                <a:ea typeface="IBM Plex Sans"/>
                <a:cs typeface="IBM Plex Sans"/>
                <a:sym typeface="IBM Plex Sans"/>
              </a:rPr>
              <a:t>WHAT WE FOUND</a:t>
            </a:r>
            <a:endParaRPr b="0" i="0" sz="900" u="none" cap="none" strike="noStrike">
              <a:solidFill>
                <a:schemeClr val="dk1"/>
              </a:solidFill>
              <a:latin typeface="Calibri"/>
              <a:ea typeface="Calibri"/>
              <a:cs typeface="Calibri"/>
              <a:sym typeface="Calibri"/>
            </a:endParaRPr>
          </a:p>
        </p:txBody>
      </p:sp>
      <p:sp>
        <p:nvSpPr>
          <p:cNvPr id="553" name="Google Shape;553;h3073bbad12d760b9_2_0"/>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z="900" u="none" cap="none" strike="noStrike">
                <a:solidFill>
                  <a:srgbClr val="FBF4EC"/>
                </a:solidFill>
                <a:latin typeface="IBM Plex Sans"/>
                <a:ea typeface="IBM Plex Sans"/>
                <a:cs typeface="IBM Plex Sans"/>
                <a:sym typeface="IBM Plex Sans"/>
              </a:rPr>
              <a:t>Collaboration fell from 30% of tracks in 1950 to 8% in 1990, then climbed to 36% by 2020. Artists per track rose from 1.11 in 1980 to 1.55.</a:t>
            </a:r>
            <a:endParaRPr b="0" i="0" sz="900" u="none" cap="none" strike="noStrike">
              <a:solidFill>
                <a:schemeClr val="dk1"/>
              </a:solidFill>
              <a:latin typeface="Calibri"/>
              <a:ea typeface="Calibri"/>
              <a:cs typeface="Calibri"/>
              <a:sym typeface="Calibri"/>
            </a:endParaRPr>
          </a:p>
        </p:txBody>
      </p:sp>
      <p:sp>
        <p:nvSpPr>
          <p:cNvPr id="554" name="Google Shape;554;h3073bbad12d760b9_2_0"/>
          <p:cNvSpPr/>
          <p:nvPr/>
        </p:nvSpPr>
        <p:spPr>
          <a:xfrm>
            <a:off x="4631531" y="3471081"/>
            <a:ext cx="3900600" cy="908100"/>
          </a:xfrm>
          <a:prstGeom prst="roundRect">
            <a:avLst>
              <a:gd fmla="val 1022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5" name="Google Shape;555;h3073bbad12d760b9_2_0"/>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z="900" u="none" cap="none" strike="noStrike">
                <a:solidFill>
                  <a:srgbClr val="F2B84B"/>
                </a:solidFill>
                <a:latin typeface="IBM Plex Sans"/>
                <a:ea typeface="IBM Plex Sans"/>
                <a:cs typeface="IBM Plex Sans"/>
                <a:sym typeface="IBM Plex Sans"/>
              </a:rPr>
              <a:t>WHAT IT MEANS</a:t>
            </a:r>
            <a:endParaRPr b="0" i="0" sz="900" u="none" cap="none" strike="noStrike">
              <a:solidFill>
                <a:schemeClr val="dk1"/>
              </a:solidFill>
              <a:latin typeface="Calibri"/>
              <a:ea typeface="Calibri"/>
              <a:cs typeface="Calibri"/>
              <a:sym typeface="Calibri"/>
            </a:endParaRPr>
          </a:p>
        </p:txBody>
      </p:sp>
      <p:sp>
        <p:nvSpPr>
          <p:cNvPr id="556" name="Google Shape;556;h3073bbad12d760b9_2_0"/>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z="900" u="none" cap="none" strike="noStrike">
                <a:solidFill>
                  <a:srgbClr val="FBF4EC"/>
                </a:solidFill>
                <a:latin typeface="IBM Plex Sans"/>
                <a:ea typeface="IBM Plex Sans"/>
                <a:cs typeface="IBM Plex Sans"/>
                <a:sym typeface="IBM Plex Sans"/>
              </a:rPr>
              <a:t>Working together is a streaming-era shift. The early peak is classical credits (composer plus performer), and wide bands before 1940 mean few tracks.</a:t>
            </a:r>
            <a:endParaRPr b="0" i="0" sz="900" u="none" cap="none" strike="noStrike">
              <a:solidFill>
                <a:schemeClr val="dk1"/>
              </a:solidFill>
              <a:latin typeface="Calibri"/>
              <a:ea typeface="Calibri"/>
              <a:cs typeface="Calibri"/>
              <a:sym typeface="Calibri"/>
            </a:endParaRPr>
          </a:p>
        </p:txBody>
      </p:sp>
      <p:sp>
        <p:nvSpPr>
          <p:cNvPr id="557" name="Google Shape;557;h3073bbad12d760b9_2_0"/>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z="900" u="none" cap="none" strike="noStrike">
                <a:solidFill>
                  <a:srgbClr val="C9A5A2"/>
                </a:solidFill>
                <a:latin typeface="IBM Plex Sans"/>
                <a:ea typeface="IBM Plex Sans"/>
                <a:cs typeface="IBM Plex Sans"/>
                <a:sym typeface="IBM Plex Sans"/>
              </a:rPr>
              <a:t>Figure 9 from our EDA · 3-year rolling averages · Source: Spotify tracks dataset (Kaggle)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562" name="Shape 562"/>
        <p:cNvGrpSpPr/>
        <p:nvPr/>
      </p:nvGrpSpPr>
      <p:grpSpPr>
        <a:xfrm>
          <a:off x="0" y="0"/>
          <a:ext cx="0" cy="0"/>
          <a:chOff x="0" y="0"/>
          <a:chExt cx="0" cy="0"/>
        </a:xfrm>
      </p:grpSpPr>
      <p:sp>
        <p:nvSpPr>
          <p:cNvPr id="563" name="Google Shape;563;h3073bbad12d760b9_2_27"/>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4" name="Google Shape;564;h3073bbad12d760b9_2_27"/>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5" name="Google Shape;565;h3073bbad12d760b9_2_27"/>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6" name="Google Shape;566;h3073bbad12d760b9_2_27"/>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7" name="Google Shape;567;h3073bbad12d760b9_2_27"/>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8" name="Google Shape;568;h3073bbad12d760b9_2_27"/>
          <p:cNvSpPr/>
          <p:nvPr/>
        </p:nvSpPr>
        <p:spPr>
          <a:xfrm>
            <a:off x="609600" y="609600"/>
            <a:ext cx="7358100" cy="166200"/>
          </a:xfrm>
          <a:prstGeom prst="rect">
            <a:avLst/>
          </a:prstGeom>
          <a:noFill/>
          <a:ln>
            <a:noFill/>
          </a:ln>
        </p:spPr>
        <p:txBody>
          <a:bodyPr anchorCtr="0" anchor="t" bIns="0" lIns="0" spcFirstLastPara="1" rIns="0" wrap="square" tIns="0">
            <a:noAutofit/>
          </a:bodyPr>
          <a:lstStyle/>
          <a:p>
            <a:pPr indent="0" lvl="0" marL="0" marR="0" rtl="0" algn="l">
              <a:lnSpc>
                <a:spcPct val="140053"/>
              </a:lnSpc>
              <a:spcBef>
                <a:spcPts val="0"/>
              </a:spcBef>
              <a:spcAft>
                <a:spcPts val="0"/>
              </a:spcAft>
              <a:buClr>
                <a:srgbClr val="F2B84B"/>
              </a:buClr>
              <a:buSzPts val="800"/>
              <a:buFont typeface="IBM Plex Sans"/>
              <a:buNone/>
            </a:pPr>
            <a:r>
              <a:rPr b="1" i="0" lang="en" sz="800" u="none" cap="none" strike="noStrike">
                <a:solidFill>
                  <a:srgbClr val="F2B84B"/>
                </a:solidFill>
                <a:latin typeface="IBM Plex Sans"/>
                <a:ea typeface="IBM Plex Sans"/>
                <a:cs typeface="IBM Plex Sans"/>
                <a:sym typeface="IBM Plex Sans"/>
              </a:rPr>
              <a:t>EXPLORATORY ANALYSIS · GEOGRAPHY</a:t>
            </a:r>
            <a:endParaRPr b="0" i="0" sz="800" u="none" cap="none" strike="noStrike">
              <a:solidFill>
                <a:schemeClr val="dk1"/>
              </a:solidFill>
              <a:latin typeface="Calibri"/>
              <a:ea typeface="Calibri"/>
              <a:cs typeface="Calibri"/>
              <a:sym typeface="Calibri"/>
            </a:endParaRPr>
          </a:p>
        </p:txBody>
      </p:sp>
      <p:sp>
        <p:nvSpPr>
          <p:cNvPr id="569" name="Google Shape;569;h3073bbad12d760b9_2_27"/>
          <p:cNvSpPr/>
          <p:nvPr/>
        </p:nvSpPr>
        <p:spPr>
          <a:xfrm>
            <a:off x="609600" y="794780"/>
            <a:ext cx="7401000" cy="542700"/>
          </a:xfrm>
          <a:prstGeom prst="rect">
            <a:avLst/>
          </a:prstGeom>
          <a:noFill/>
          <a:ln>
            <a:noFill/>
          </a:ln>
        </p:spPr>
        <p:txBody>
          <a:bodyPr anchorCtr="0" anchor="t" bIns="0" lIns="0" spcFirstLastPara="1" rIns="0" wrap="square" tIns="0">
            <a:noAutofit/>
          </a:bodyPr>
          <a:lstStyle/>
          <a:p>
            <a:pPr indent="0" lvl="0" marL="0" marR="0" rtl="0" algn="l">
              <a:lnSpc>
                <a:spcPct val="114982"/>
              </a:lnSpc>
              <a:spcBef>
                <a:spcPts val="0"/>
              </a:spcBef>
              <a:spcAft>
                <a:spcPts val="0"/>
              </a:spcAft>
              <a:buClr>
                <a:srgbClr val="FBF4EC"/>
              </a:buClr>
              <a:buSzPts val="1900"/>
              <a:buFont typeface="IBM Plex Sans"/>
              <a:buNone/>
            </a:pPr>
            <a:r>
              <a:rPr b="1" i="0" lang="en" sz="1900" u="none" cap="none" strike="noStrike">
                <a:solidFill>
                  <a:srgbClr val="FBF4EC"/>
                </a:solidFill>
                <a:latin typeface="IBM Plex Sans"/>
                <a:ea typeface="IBM Plex Sans"/>
                <a:cs typeface="IBM Plex Sans"/>
                <a:sym typeface="IBM Plex Sans"/>
              </a:rPr>
              <a:t>Popular artists come from 72 countries, led by the US and Brazil</a:t>
            </a:r>
            <a:endParaRPr b="0" i="0" sz="1900" u="none" cap="none" strike="noStrike">
              <a:solidFill>
                <a:schemeClr val="dk1"/>
              </a:solidFill>
              <a:latin typeface="Calibri"/>
              <a:ea typeface="Calibri"/>
              <a:cs typeface="Calibri"/>
              <a:sym typeface="Calibri"/>
            </a:endParaRPr>
          </a:p>
        </p:txBody>
      </p:sp>
      <p:sp>
        <p:nvSpPr>
          <p:cNvPr id="570" name="Google Shape;570;h3073bbad12d760b9_2_27"/>
          <p:cNvSpPr/>
          <p:nvPr/>
        </p:nvSpPr>
        <p:spPr>
          <a:xfrm>
            <a:off x="609600" y="1413569"/>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World map shaded by the number of popular artists per country, next to a bar chart of the top 15 countries: United States 803, Brazil 389, United Kingdom 333, Mexico 309, Germany 254." id="571" name="Google Shape;571;h3073bbad12d760b9_2_27"/>
          <p:cNvPicPr preferRelativeResize="0"/>
          <p:nvPr/>
        </p:nvPicPr>
        <p:blipFill rotWithShape="1">
          <a:blip r:embed="rId3">
            <a:alphaModFix/>
          </a:blip>
          <a:srcRect b="0" l="-251" r="-251" t="0"/>
          <a:stretch/>
        </p:blipFill>
        <p:spPr>
          <a:xfrm>
            <a:off x="609600" y="1413569"/>
            <a:ext cx="5333999" cy="2195512"/>
          </a:xfrm>
          <a:prstGeom prst="rect">
            <a:avLst/>
          </a:prstGeom>
          <a:noFill/>
          <a:ln>
            <a:noFill/>
          </a:ln>
        </p:spPr>
      </p:pic>
      <p:sp>
        <p:nvSpPr>
          <p:cNvPr id="572" name="Google Shape;572;h3073bbad12d760b9_2_27"/>
          <p:cNvSpPr/>
          <p:nvPr/>
        </p:nvSpPr>
        <p:spPr>
          <a:xfrm>
            <a:off x="6060281" y="1415950"/>
            <a:ext cx="2472000" cy="2022000"/>
          </a:xfrm>
          <a:prstGeom prst="roundRect">
            <a:avLst>
              <a:gd fmla="val 4593"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3" name="Google Shape;573;h3073bbad12d760b9_2_27"/>
          <p:cNvSpPr/>
          <p:nvPr/>
        </p:nvSpPr>
        <p:spPr>
          <a:xfrm>
            <a:off x="6196013" y="1551682"/>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z="900" u="none" cap="none" strike="noStrike">
                <a:solidFill>
                  <a:srgbClr val="E9967F"/>
                </a:solidFill>
                <a:latin typeface="IBM Plex Sans"/>
                <a:ea typeface="IBM Plex Sans"/>
                <a:cs typeface="IBM Plex Sans"/>
                <a:sym typeface="IBM Plex Sans"/>
              </a:rPr>
              <a:t>HOW TO READ IT</a:t>
            </a:r>
            <a:endParaRPr b="0" i="0" sz="900" u="none" cap="none" strike="noStrike">
              <a:solidFill>
                <a:schemeClr val="dk1"/>
              </a:solidFill>
              <a:latin typeface="Calibri"/>
              <a:ea typeface="Calibri"/>
              <a:cs typeface="Calibri"/>
              <a:sym typeface="Calibri"/>
            </a:endParaRPr>
          </a:p>
        </p:txBody>
      </p:sp>
      <p:sp>
        <p:nvSpPr>
          <p:cNvPr id="574" name="Google Shape;574;h3073bbad12d760b9_2_27"/>
          <p:cNvSpPr/>
          <p:nvPr/>
        </p:nvSpPr>
        <p:spPr>
          <a:xfrm>
            <a:off x="6196013" y="1787872"/>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Popular means Spotify popularity of 60 or more. Darker countries have more such artists.</a:t>
            </a:r>
            <a:endParaRPr b="0" i="0" sz="900" u="none" cap="none" strike="noStrike">
              <a:solidFill>
                <a:schemeClr val="dk1"/>
              </a:solidFill>
              <a:latin typeface="Calibri"/>
              <a:ea typeface="Calibri"/>
              <a:cs typeface="Calibri"/>
              <a:sym typeface="Calibri"/>
            </a:endParaRPr>
          </a:p>
        </p:txBody>
      </p:sp>
      <p:sp>
        <p:nvSpPr>
          <p:cNvPr id="575" name="Google Shape;575;h3073bbad12d760b9_2_27"/>
          <p:cNvSpPr/>
          <p:nvPr/>
        </p:nvSpPr>
        <p:spPr>
          <a:xfrm>
            <a:off x="6196013" y="2344043"/>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72</a:t>
            </a:r>
            <a:endParaRPr b="0" i="0" sz="2700" u="none" cap="none" strike="noStrike">
              <a:solidFill>
                <a:schemeClr val="dk1"/>
              </a:solidFill>
              <a:latin typeface="Calibri"/>
              <a:ea typeface="Calibri"/>
              <a:cs typeface="Calibri"/>
              <a:sym typeface="Calibri"/>
            </a:endParaRPr>
          </a:p>
        </p:txBody>
      </p:sp>
      <p:sp>
        <p:nvSpPr>
          <p:cNvPr id="576" name="Google Shape;576;h3073bbad12d760b9_2_27"/>
          <p:cNvSpPr/>
          <p:nvPr/>
        </p:nvSpPr>
        <p:spPr>
          <a:xfrm>
            <a:off x="6196013" y="2740261"/>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countries placed</a:t>
            </a:r>
            <a:endParaRPr b="0" i="0" sz="900" u="none" cap="none" strike="noStrike">
              <a:solidFill>
                <a:schemeClr val="dk1"/>
              </a:solidFill>
              <a:latin typeface="Calibri"/>
              <a:ea typeface="Calibri"/>
              <a:cs typeface="Calibri"/>
              <a:sym typeface="Calibri"/>
            </a:endParaRPr>
          </a:p>
        </p:txBody>
      </p:sp>
      <p:sp>
        <p:nvSpPr>
          <p:cNvPr id="577" name="Google Shape;577;h3073bbad12d760b9_2_27"/>
          <p:cNvSpPr/>
          <p:nvPr/>
        </p:nvSpPr>
        <p:spPr>
          <a:xfrm>
            <a:off x="7334250" y="2344043"/>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44%</a:t>
            </a:r>
            <a:endParaRPr b="0" i="0" sz="2700" u="none" cap="none" strike="noStrike">
              <a:solidFill>
                <a:schemeClr val="dk1"/>
              </a:solidFill>
              <a:latin typeface="Calibri"/>
              <a:ea typeface="Calibri"/>
              <a:cs typeface="Calibri"/>
              <a:sym typeface="Calibri"/>
            </a:endParaRPr>
          </a:p>
        </p:txBody>
      </p:sp>
      <p:sp>
        <p:nvSpPr>
          <p:cNvPr id="578" name="Google Shape;578;h3073bbad12d760b9_2_27"/>
          <p:cNvSpPr/>
          <p:nvPr/>
        </p:nvSpPr>
        <p:spPr>
          <a:xfrm>
            <a:off x="7334250" y="2740261"/>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of artists not placed</a:t>
            </a:r>
            <a:endParaRPr b="0" i="0" sz="900" u="none" cap="none" strike="noStrike">
              <a:solidFill>
                <a:schemeClr val="dk1"/>
              </a:solidFill>
              <a:latin typeface="Calibri"/>
              <a:ea typeface="Calibri"/>
              <a:cs typeface="Calibri"/>
              <a:sym typeface="Calibri"/>
            </a:endParaRPr>
          </a:p>
        </p:txBody>
      </p:sp>
      <p:sp>
        <p:nvSpPr>
          <p:cNvPr id="579" name="Google Shape;579;h3073bbad12d760b9_2_27"/>
          <p:cNvSpPr/>
          <p:nvPr/>
        </p:nvSpPr>
        <p:spPr>
          <a:xfrm>
            <a:off x="611981" y="3538091"/>
            <a:ext cx="3900600" cy="841200"/>
          </a:xfrm>
          <a:prstGeom prst="roundRect">
            <a:avLst>
              <a:gd fmla="val 11042"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0" name="Google Shape;580;h3073bbad12d760b9_2_27"/>
          <p:cNvSpPr/>
          <p:nvPr/>
        </p:nvSpPr>
        <p:spPr>
          <a:xfrm>
            <a:off x="747713" y="3654773"/>
            <a:ext cx="3738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IBM Plex Sans"/>
              <a:buNone/>
            </a:pPr>
            <a:r>
              <a:rPr b="1" i="0" lang="en" sz="900" u="none" cap="none" strike="noStrike">
                <a:solidFill>
                  <a:srgbClr val="F2B84B"/>
                </a:solidFill>
                <a:latin typeface="IBM Plex Sans"/>
                <a:ea typeface="IBM Plex Sans"/>
                <a:cs typeface="IBM Plex Sans"/>
                <a:sym typeface="IBM Plex Sans"/>
              </a:rPr>
              <a:t>WHAT WE FOUND</a:t>
            </a:r>
            <a:endParaRPr b="0" i="0" sz="900" u="none" cap="none" strike="noStrike">
              <a:solidFill>
                <a:schemeClr val="dk1"/>
              </a:solidFill>
              <a:latin typeface="Calibri"/>
              <a:ea typeface="Calibri"/>
              <a:cs typeface="Calibri"/>
              <a:sym typeface="Calibri"/>
            </a:endParaRPr>
          </a:p>
        </p:txBody>
      </p:sp>
      <p:sp>
        <p:nvSpPr>
          <p:cNvPr id="581" name="Google Shape;581;h3073bbad12d760b9_2_27"/>
          <p:cNvSpPr/>
          <p:nvPr/>
        </p:nvSpPr>
        <p:spPr>
          <a:xfrm>
            <a:off x="747713" y="3852863"/>
            <a:ext cx="37380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BF4EC"/>
              </a:buClr>
              <a:buSzPts val="900"/>
              <a:buFont typeface="IBM Plex Sans"/>
              <a:buNone/>
            </a:pPr>
            <a:r>
              <a:rPr b="0" i="0" lang="en" sz="900" u="none" cap="none" strike="noStrike">
                <a:solidFill>
                  <a:srgbClr val="FBF4EC"/>
                </a:solidFill>
                <a:latin typeface="IBM Plex Sans"/>
                <a:ea typeface="IBM Plex Sans"/>
                <a:cs typeface="IBM Plex Sans"/>
                <a:sym typeface="IBM Plex Sans"/>
              </a:rPr>
              <a:t>The United States leads with 803 popular artists, then Brazil (389), the United Kingdom (333), Mexico (309) and Germany (254).</a:t>
            </a:r>
            <a:endParaRPr b="0" i="0" sz="900" u="none" cap="none" strike="noStrike">
              <a:solidFill>
                <a:schemeClr val="dk1"/>
              </a:solidFill>
              <a:latin typeface="Calibri"/>
              <a:ea typeface="Calibri"/>
              <a:cs typeface="Calibri"/>
              <a:sym typeface="Calibri"/>
            </a:endParaRPr>
          </a:p>
        </p:txBody>
      </p:sp>
      <p:sp>
        <p:nvSpPr>
          <p:cNvPr id="582" name="Google Shape;582;h3073bbad12d760b9_2_27"/>
          <p:cNvSpPr/>
          <p:nvPr/>
        </p:nvSpPr>
        <p:spPr>
          <a:xfrm>
            <a:off x="4631531" y="3538091"/>
            <a:ext cx="3900600" cy="841200"/>
          </a:xfrm>
          <a:prstGeom prst="roundRect">
            <a:avLst>
              <a:gd fmla="val 11042"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3" name="Google Shape;583;h3073bbad12d760b9_2_27"/>
          <p:cNvSpPr/>
          <p:nvPr/>
        </p:nvSpPr>
        <p:spPr>
          <a:xfrm>
            <a:off x="4767263" y="3654773"/>
            <a:ext cx="3738000" cy="161700"/>
          </a:xfrm>
          <a:prstGeom prst="rect">
            <a:avLst/>
          </a:prstGeom>
          <a:noFill/>
          <a:ln>
            <a:noFill/>
          </a:ln>
        </p:spPr>
        <p:txBody>
          <a:bodyPr anchorCtr="0" anchor="t" bIns="0" lIns="0" spcFirstLastPara="1" rIns="0" wrap="square" tIns="0">
            <a:noAutofit/>
          </a:bodyPr>
          <a:lstStyle/>
          <a:p>
            <a:pPr indent="0" lvl="0" marL="0" marR="0" rtl="0" algn="l">
              <a:lnSpc>
                <a:spcPct val="139981"/>
              </a:lnSpc>
              <a:spcBef>
                <a:spcPts val="0"/>
              </a:spcBef>
              <a:spcAft>
                <a:spcPts val="0"/>
              </a:spcAft>
              <a:buClr>
                <a:srgbClr val="F2B84B"/>
              </a:buClr>
              <a:buSzPts val="800"/>
              <a:buFont typeface="IBM Plex Sans"/>
              <a:buNone/>
            </a:pPr>
            <a:r>
              <a:rPr b="1" i="0" lang="en" sz="800" u="none" cap="none" strike="noStrike">
                <a:solidFill>
                  <a:srgbClr val="F2B84B"/>
                </a:solidFill>
                <a:latin typeface="IBM Plex Sans"/>
                <a:ea typeface="IBM Plex Sans"/>
                <a:cs typeface="IBM Plex Sans"/>
                <a:sym typeface="IBM Plex Sans"/>
              </a:rPr>
              <a:t>WHAT IT MEANS</a:t>
            </a:r>
            <a:endParaRPr b="0" i="0" sz="800" u="none" cap="none" strike="noStrike">
              <a:solidFill>
                <a:schemeClr val="dk1"/>
              </a:solidFill>
              <a:latin typeface="Calibri"/>
              <a:ea typeface="Calibri"/>
              <a:cs typeface="Calibri"/>
              <a:sym typeface="Calibri"/>
            </a:endParaRPr>
          </a:p>
        </p:txBody>
      </p:sp>
      <p:sp>
        <p:nvSpPr>
          <p:cNvPr id="584" name="Google Shape;584;h3073bbad12d760b9_2_27"/>
          <p:cNvSpPr/>
          <p:nvPr/>
        </p:nvSpPr>
        <p:spPr>
          <a:xfrm>
            <a:off x="4767263" y="3835264"/>
            <a:ext cx="3738000" cy="446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BF4EC"/>
              </a:buClr>
              <a:buSzPts val="900"/>
              <a:buFont typeface="IBM Plex Sans"/>
              <a:buNone/>
            </a:pPr>
            <a:r>
              <a:rPr b="0" i="0" lang="en" sz="900" u="none" cap="none" strike="noStrike">
                <a:solidFill>
                  <a:srgbClr val="FBF4EC"/>
                </a:solidFill>
                <a:latin typeface="IBM Plex Sans"/>
                <a:ea typeface="IBM Plex Sans"/>
                <a:cs typeface="IBM Plex Sans"/>
                <a:sym typeface="IBM Plex Sans"/>
              </a:rPr>
              <a:t>Country is inferred from genre tags and not adjusted for population. 44% of popular artists name no place, so the US and UK are under-counted.</a:t>
            </a:r>
            <a:endParaRPr b="0" i="0" sz="900" u="none" cap="none" strike="noStrike">
              <a:solidFill>
                <a:schemeClr val="dk1"/>
              </a:solidFill>
              <a:latin typeface="Calibri"/>
              <a:ea typeface="Calibri"/>
              <a:cs typeface="Calibri"/>
              <a:sym typeface="Calibri"/>
            </a:endParaRPr>
          </a:p>
        </p:txBody>
      </p:sp>
      <p:sp>
        <p:nvSpPr>
          <p:cNvPr id="585" name="Google Shape;585;h3073bbad12d760b9_2_27"/>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z="900" u="none" cap="none" strike="noStrike">
                <a:solidFill>
                  <a:srgbClr val="C9A5A2"/>
                </a:solidFill>
                <a:latin typeface="IBM Plex Sans"/>
                <a:ea typeface="IBM Plex Sans"/>
                <a:cs typeface="IBM Plex Sans"/>
                <a:sym typeface="IBM Plex Sans"/>
              </a:rPr>
              <a:t>Figure 16 from our EDA · Grey countries: no popular artist placed · Source: Spotify artists data (Kaggle)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589" name="Shape 589"/>
        <p:cNvGrpSpPr/>
        <p:nvPr/>
      </p:nvGrpSpPr>
      <p:grpSpPr>
        <a:xfrm>
          <a:off x="0" y="0"/>
          <a:ext cx="0" cy="0"/>
          <a:chOff x="0" y="0"/>
          <a:chExt cx="0" cy="0"/>
        </a:xfrm>
      </p:grpSpPr>
      <p:sp>
        <p:nvSpPr>
          <p:cNvPr id="590" name="Google Shape;590;h47f5218710c76954_0_985"/>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1" name="Google Shape;591;h47f5218710c76954_0_985"/>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2" name="Google Shape;592;h47f5218710c76954_0_985"/>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3" name="Google Shape;593;h47f5218710c76954_0_985"/>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4" name="Google Shape;594;h47f5218710c76954_0_985"/>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5" name="Google Shape;595;h47f5218710c76954_0_985"/>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EXPLORATORY ANALYSIS · LOUDNESS</a:t>
            </a:r>
            <a:endParaRPr b="0" i="0" spc="0" sz="900" u="none" cap="none" strike="noStrike">
              <a:solidFill>
                <a:schemeClr val="dk1"/>
              </a:solidFill>
              <a:latin typeface="Calibri"/>
              <a:ea typeface="Calibri"/>
              <a:cs typeface="Calibri"/>
              <a:sym typeface="Calibri"/>
            </a:endParaRPr>
          </a:p>
        </p:txBody>
      </p:sp>
      <p:sp>
        <p:nvSpPr>
          <p:cNvPr id="596" name="Google Shape;596;h47f5218710c76954_0_985"/>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i="0" lang="en" spc="0" sz="2000" u="none" cap="none" strike="noStrike">
                <a:solidFill>
                  <a:srgbClr val="FBF4EC"/>
                </a:solidFill>
                <a:latin typeface="IBM Plex Sans"/>
                <a:ea typeface="IBM Plex Sans"/>
                <a:cs typeface="IBM Plex Sans"/>
                <a:sym typeface="IBM Plex Sans"/>
              </a:rPr>
              <a:t>Music got about 7 dB louder, steepest in the CD era</a:t>
            </a:r>
            <a:endParaRPr b="0" i="0" spc="0" sz="2000" u="none" cap="none" strike="noStrike">
              <a:solidFill>
                <a:schemeClr val="dk1"/>
              </a:solidFill>
              <a:latin typeface="Calibri"/>
              <a:ea typeface="Calibri"/>
              <a:cs typeface="Calibri"/>
              <a:sym typeface="Calibri"/>
            </a:endParaRPr>
          </a:p>
        </p:txBody>
      </p:sp>
      <p:sp>
        <p:nvSpPr>
          <p:cNvPr id="597" name="Google Shape;597;h47f5218710c76954_0_985"/>
          <p:cNvSpPr/>
          <p:nvPr/>
        </p:nvSpPr>
        <p:spPr>
          <a:xfrm>
            <a:off x="609600" y="1185974"/>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da_f20.png" id="598" name="Google Shape;598;h47f5218710c76954_0_985"/>
          <p:cNvPicPr preferRelativeResize="0"/>
          <p:nvPr/>
        </p:nvPicPr>
        <p:blipFill rotWithShape="1">
          <a:blip r:embed="rId3">
            <a:alphaModFix/>
          </a:blip>
          <a:srcRect b="0" l="0" r="0" t="0"/>
          <a:stretch/>
        </p:blipFill>
        <p:spPr>
          <a:xfrm>
            <a:off x="798682" y="1185974"/>
            <a:ext cx="4955835" cy="2195513"/>
          </a:xfrm>
          <a:prstGeom prst="rect">
            <a:avLst/>
          </a:prstGeom>
          <a:noFill/>
          <a:ln>
            <a:noFill/>
          </a:ln>
        </p:spPr>
      </p:pic>
      <p:sp>
        <p:nvSpPr>
          <p:cNvPr id="599" name="Google Shape;599;h47f5218710c76954_0_985"/>
          <p:cNvSpPr/>
          <p:nvPr/>
        </p:nvSpPr>
        <p:spPr>
          <a:xfrm>
            <a:off x="6060281" y="1188356"/>
            <a:ext cx="2472000" cy="2182800"/>
          </a:xfrm>
          <a:prstGeom prst="roundRect">
            <a:avLst>
              <a:gd fmla="val 4255"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0" name="Google Shape;600;h47f5218710c76954_0_985"/>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HOW TO READ IT</a:t>
            </a:r>
            <a:endParaRPr b="0" i="0" spc="0" sz="900" u="none" cap="none" strike="noStrike">
              <a:solidFill>
                <a:schemeClr val="dk1"/>
              </a:solidFill>
              <a:latin typeface="Calibri"/>
              <a:ea typeface="Calibri"/>
              <a:cs typeface="Calibri"/>
              <a:sym typeface="Calibri"/>
            </a:endParaRPr>
          </a:p>
        </p:txBody>
      </p:sp>
      <p:sp>
        <p:nvSpPr>
          <p:cNvPr id="601" name="Google Shape;601;h47f5218710c76954_0_985"/>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Yearly median loudness (dots) with a LOWESS trend. Backgrounds mark the dominant recording format.</a:t>
            </a:r>
            <a:endParaRPr b="0" i="0" spc="0" sz="900" u="none" cap="none" strike="noStrike">
              <a:solidFill>
                <a:schemeClr val="dk1"/>
              </a:solidFill>
              <a:latin typeface="Calibri"/>
              <a:ea typeface="Calibri"/>
              <a:cs typeface="Calibri"/>
              <a:sym typeface="Calibri"/>
            </a:endParaRPr>
          </a:p>
        </p:txBody>
      </p:sp>
      <p:sp>
        <p:nvSpPr>
          <p:cNvPr id="602" name="Google Shape;602;h47f5218710c76954_0_985"/>
          <p:cNvSpPr/>
          <p:nvPr/>
        </p:nvSpPr>
        <p:spPr>
          <a:xfrm>
            <a:off x="6196013"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+4 dB</a:t>
            </a:r>
            <a:endParaRPr b="0" i="0" spc="0" sz="2700" u="none" cap="none" strike="noStrike">
              <a:solidFill>
                <a:schemeClr val="dk1"/>
              </a:solidFill>
              <a:latin typeface="Calibri"/>
              <a:ea typeface="Calibri"/>
              <a:cs typeface="Calibri"/>
              <a:sym typeface="Calibri"/>
            </a:endParaRPr>
          </a:p>
        </p:txBody>
      </p:sp>
      <p:sp>
        <p:nvSpPr>
          <p:cNvPr id="603" name="Google Shape;603;h47f5218710c76954_0_985"/>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in 15 years (1990 to 2005)</a:t>
            </a:r>
            <a:endParaRPr b="0" i="0" spc="0" sz="900" u="none" cap="none" strike="noStrike">
              <a:solidFill>
                <a:schemeClr val="dk1"/>
              </a:solidFill>
              <a:latin typeface="Calibri"/>
              <a:ea typeface="Calibri"/>
              <a:cs typeface="Calibri"/>
              <a:sym typeface="Calibri"/>
            </a:endParaRPr>
          </a:p>
        </p:txBody>
      </p:sp>
      <p:sp>
        <p:nvSpPr>
          <p:cNvPr id="604" name="Google Shape;604;h47f5218710c76954_0_985"/>
          <p:cNvSpPr/>
          <p:nvPr/>
        </p:nvSpPr>
        <p:spPr>
          <a:xfrm>
            <a:off x="7334250"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2012</a:t>
            </a:r>
            <a:endParaRPr b="0" i="0" spc="0" sz="2700" u="none" cap="none" strike="noStrike">
              <a:solidFill>
                <a:schemeClr val="dk1"/>
              </a:solidFill>
              <a:latin typeface="Calibri"/>
              <a:ea typeface="Calibri"/>
              <a:cs typeface="Calibri"/>
              <a:sym typeface="Calibri"/>
            </a:endParaRPr>
          </a:p>
        </p:txBody>
      </p:sp>
      <p:sp>
        <p:nvSpPr>
          <p:cNvPr id="605" name="Google Shape;605;h47f5218710c76954_0_985"/>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loudest year (-6.2 dB)</a:t>
            </a:r>
            <a:endParaRPr b="0" i="0" spc="0" sz="900" u="none" cap="none" strike="noStrike">
              <a:solidFill>
                <a:schemeClr val="dk1"/>
              </a:solidFill>
              <a:latin typeface="Calibri"/>
              <a:ea typeface="Calibri"/>
              <a:cs typeface="Calibri"/>
              <a:sym typeface="Calibri"/>
            </a:endParaRPr>
          </a:p>
        </p:txBody>
      </p:sp>
      <p:sp>
        <p:nvSpPr>
          <p:cNvPr id="606" name="Google Shape;606;h47f5218710c76954_0_985"/>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7" name="Google Shape;607;h47f5218710c76954_0_985"/>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608" name="Google Shape;608;h47f5218710c76954_0_985"/>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Median loudness rose from about -13 dB in the 1950s to -6.2 dB in 2012, then eased slightly under streaming.</a:t>
            </a:r>
            <a:endParaRPr b="0" i="0" spc="0" sz="900" u="none" cap="none" strike="noStrike">
              <a:solidFill>
                <a:schemeClr val="dk1"/>
              </a:solidFill>
              <a:latin typeface="Calibri"/>
              <a:ea typeface="Calibri"/>
              <a:cs typeface="Calibri"/>
              <a:sym typeface="Calibri"/>
            </a:endParaRPr>
          </a:p>
        </p:txBody>
      </p:sp>
      <p:sp>
        <p:nvSpPr>
          <p:cNvPr id="609" name="Google Shape;609;h47f5218710c76954_0_985"/>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0" name="Google Shape;610;h47f5218710c76954_0_985"/>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611" name="Google Shape;611;h47f5218710c76954_0_985"/>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Loudness separates the CD and streaming eras from earlier ones, so it stays a key feature. It is flat after 2005, so recent eras overlap.</a:t>
            </a:r>
            <a:endParaRPr b="0" i="0" spc="0" sz="900" u="none" cap="none" strike="noStrike">
              <a:solidFill>
                <a:schemeClr val="dk1"/>
              </a:solidFill>
              <a:latin typeface="Calibri"/>
              <a:ea typeface="Calibri"/>
              <a:cs typeface="Calibri"/>
              <a:sym typeface="Calibri"/>
            </a:endParaRPr>
          </a:p>
        </p:txBody>
      </p:sp>
      <p:sp>
        <p:nvSpPr>
          <p:cNvPr id="612" name="Google Shape;612;h47f5218710c76954_0_985"/>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pc="0" sz="900" u="none" cap="none" strike="noStrike">
                <a:solidFill>
                  <a:srgbClr val="C9A5A2"/>
                </a:solidFill>
                <a:latin typeface="IBM Plex Sans"/>
                <a:ea typeface="IBM Plex Sans"/>
                <a:cs typeface="IBM Plex Sans"/>
                <a:sym typeface="IBM Plex Sans"/>
              </a:rPr>
              <a:t>Figure 20 from our EDA · Yearly medians · Source: Spotify tracks dataset (Kaggle)</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616" name="Shape 616"/>
        <p:cNvGrpSpPr/>
        <p:nvPr/>
      </p:nvGrpSpPr>
      <p:grpSpPr>
        <a:xfrm>
          <a:off x="0" y="0"/>
          <a:ext cx="0" cy="0"/>
          <a:chOff x="0" y="0"/>
          <a:chExt cx="0" cy="0"/>
        </a:xfrm>
      </p:grpSpPr>
      <p:sp>
        <p:nvSpPr>
          <p:cNvPr id="617" name="Google Shape;617;h47f5218710c76954_0_1011"/>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8" name="Google Shape;618;h47f5218710c76954_0_1011"/>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9" name="Google Shape;619;h47f5218710c76954_0_1011"/>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0" name="Google Shape;620;h47f5218710c76954_0_1011"/>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1" name="Google Shape;621;h47f5218710c76954_0_1011"/>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2" name="Google Shape;622;h47f5218710c76954_0_1011"/>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EXPLORATORY ANALYSIS · GENRE MIX</a:t>
            </a:r>
            <a:endParaRPr b="0" i="0" spc="0" sz="900" u="none" cap="none" strike="noStrike">
              <a:solidFill>
                <a:schemeClr val="dk1"/>
              </a:solidFill>
              <a:latin typeface="Calibri"/>
              <a:ea typeface="Calibri"/>
              <a:cs typeface="Calibri"/>
              <a:sym typeface="Calibri"/>
            </a:endParaRPr>
          </a:p>
        </p:txBody>
      </p:sp>
      <p:sp>
        <p:nvSpPr>
          <p:cNvPr id="623" name="Google Shape;623;h47f5218710c76954_0_1011"/>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i="0" lang="en" spc="0" sz="2000" u="none" cap="none" strike="noStrike">
                <a:solidFill>
                  <a:srgbClr val="FBF4EC"/>
                </a:solidFill>
                <a:latin typeface="IBM Plex Sans"/>
                <a:ea typeface="IBM Plex Sans"/>
                <a:cs typeface="IBM Plex Sans"/>
                <a:sym typeface="IBM Plex Sans"/>
              </a:rPr>
              <a:t>Loudness changed within genres; speech is mix</a:t>
            </a:r>
            <a:endParaRPr b="0" i="0" spc="0" sz="2000" u="none" cap="none" strike="noStrike">
              <a:solidFill>
                <a:schemeClr val="dk1"/>
              </a:solidFill>
              <a:latin typeface="Calibri"/>
              <a:ea typeface="Calibri"/>
              <a:cs typeface="Calibri"/>
              <a:sym typeface="Calibri"/>
            </a:endParaRPr>
          </a:p>
        </p:txBody>
      </p:sp>
      <p:sp>
        <p:nvSpPr>
          <p:cNvPr id="624" name="Google Shape;624;h47f5218710c76954_0_1011"/>
          <p:cNvSpPr/>
          <p:nvPr/>
        </p:nvSpPr>
        <p:spPr>
          <a:xfrm>
            <a:off x="609600" y="1185974"/>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da_f22.png" id="625" name="Google Shape;625;h47f5218710c76954_0_1011"/>
          <p:cNvPicPr preferRelativeResize="0"/>
          <p:nvPr/>
        </p:nvPicPr>
        <p:blipFill rotWithShape="1">
          <a:blip r:embed="rId3">
            <a:alphaModFix/>
          </a:blip>
          <a:srcRect b="0" l="0" r="0" t="0"/>
          <a:stretch/>
        </p:blipFill>
        <p:spPr>
          <a:xfrm>
            <a:off x="1309217" y="1234440"/>
            <a:ext cx="3937813" cy="2103121"/>
          </a:xfrm>
          <a:prstGeom prst="rect">
            <a:avLst/>
          </a:prstGeom>
          <a:noFill/>
          <a:ln>
            <a:noFill/>
          </a:ln>
        </p:spPr>
      </p:pic>
      <p:sp>
        <p:nvSpPr>
          <p:cNvPr id="626" name="Google Shape;626;h47f5218710c76954_0_1011"/>
          <p:cNvSpPr/>
          <p:nvPr/>
        </p:nvSpPr>
        <p:spPr>
          <a:xfrm>
            <a:off x="6060281" y="1188356"/>
            <a:ext cx="2472000" cy="2182800"/>
          </a:xfrm>
          <a:prstGeom prst="roundRect">
            <a:avLst>
              <a:gd fmla="val 4255"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7" name="Google Shape;627;h47f5218710c76954_0_1011"/>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HOW TO READ IT</a:t>
            </a:r>
            <a:endParaRPr b="0" i="0" spc="0" sz="900" u="none" cap="none" strike="noStrike">
              <a:solidFill>
                <a:schemeClr val="dk1"/>
              </a:solidFill>
              <a:latin typeface="Calibri"/>
              <a:ea typeface="Calibri"/>
              <a:cs typeface="Calibri"/>
              <a:sym typeface="Calibri"/>
            </a:endParaRPr>
          </a:p>
        </p:txBody>
      </p:sp>
      <p:sp>
        <p:nvSpPr>
          <p:cNvPr id="628" name="Google Shape;628;h47f5218710c76954_0_1011"/>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1970s to 2010s change in standard deviations. Blue: within genres. Orange: genre mix.</a:t>
            </a:r>
            <a:endParaRPr b="0" i="0" spc="0" sz="900" u="none" cap="none" strike="noStrike">
              <a:solidFill>
                <a:schemeClr val="dk1"/>
              </a:solidFill>
              <a:latin typeface="Calibri"/>
              <a:ea typeface="Calibri"/>
              <a:cs typeface="Calibri"/>
              <a:sym typeface="Calibri"/>
            </a:endParaRPr>
          </a:p>
        </p:txBody>
      </p:sp>
      <p:sp>
        <p:nvSpPr>
          <p:cNvPr id="629" name="Google Shape;629;h47f5218710c76954_0_1011"/>
          <p:cNvSpPr/>
          <p:nvPr/>
        </p:nvSpPr>
        <p:spPr>
          <a:xfrm>
            <a:off x="6196013"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68%</a:t>
            </a:r>
            <a:endParaRPr b="0" i="0" spc="0" sz="2700" u="none" cap="none" strike="noStrike">
              <a:solidFill>
                <a:schemeClr val="dk1"/>
              </a:solidFill>
              <a:latin typeface="Calibri"/>
              <a:ea typeface="Calibri"/>
              <a:cs typeface="Calibri"/>
              <a:sym typeface="Calibri"/>
            </a:endParaRPr>
          </a:p>
        </p:txBody>
      </p:sp>
      <p:sp>
        <p:nvSpPr>
          <p:cNvPr id="630" name="Google Shape;630;h47f5218710c76954_0_1011"/>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of the pooled change is within genres</a:t>
            </a:r>
            <a:endParaRPr b="0" i="0" spc="0" sz="900" u="none" cap="none" strike="noStrike">
              <a:solidFill>
                <a:schemeClr val="dk1"/>
              </a:solidFill>
              <a:latin typeface="Calibri"/>
              <a:ea typeface="Calibri"/>
              <a:cs typeface="Calibri"/>
              <a:sym typeface="Calibri"/>
            </a:endParaRPr>
          </a:p>
        </p:txBody>
      </p:sp>
      <p:sp>
        <p:nvSpPr>
          <p:cNvPr id="631" name="Google Shape;631;h47f5218710c76954_0_1011"/>
          <p:cNvSpPr/>
          <p:nvPr/>
        </p:nvSpPr>
        <p:spPr>
          <a:xfrm>
            <a:off x="7334250"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+0.37</a:t>
            </a:r>
            <a:endParaRPr b="0" i="0" spc="0" sz="2700" u="none" cap="none" strike="noStrike">
              <a:solidFill>
                <a:schemeClr val="dk1"/>
              </a:solidFill>
              <a:latin typeface="Calibri"/>
              <a:ea typeface="Calibri"/>
              <a:cs typeface="Calibri"/>
              <a:sym typeface="Calibri"/>
            </a:endParaRPr>
          </a:p>
        </p:txBody>
      </p:sp>
      <p:sp>
        <p:nvSpPr>
          <p:cNvPr id="632" name="Google Shape;632;h47f5218710c76954_0_1011"/>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speechiness change from genre mix</a:t>
            </a:r>
            <a:endParaRPr b="0" i="0" spc="0" sz="900" u="none" cap="none" strike="noStrike">
              <a:solidFill>
                <a:schemeClr val="dk1"/>
              </a:solidFill>
              <a:latin typeface="Calibri"/>
              <a:ea typeface="Calibri"/>
              <a:cs typeface="Calibri"/>
              <a:sym typeface="Calibri"/>
            </a:endParaRPr>
          </a:p>
        </p:txBody>
      </p:sp>
      <p:sp>
        <p:nvSpPr>
          <p:cNvPr id="633" name="Google Shape;633;h47f5218710c76954_0_1011"/>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4" name="Google Shape;634;h47f5218710c76954_0_1011"/>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635" name="Google Shape;635;h47f5218710c76954_0_1011"/>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Loudness (+0.75), energy (+0.50) and acousticness (-0.43) moved mostly within genres. Speechiness is mostly genre mix.</a:t>
            </a:r>
            <a:endParaRPr b="0" i="0" spc="0" sz="900" u="none" cap="none" strike="noStrike">
              <a:solidFill>
                <a:schemeClr val="dk1"/>
              </a:solidFill>
              <a:latin typeface="Calibri"/>
              <a:ea typeface="Calibri"/>
              <a:cs typeface="Calibri"/>
              <a:sym typeface="Calibri"/>
            </a:endParaRPr>
          </a:p>
        </p:txBody>
      </p:sp>
      <p:sp>
        <p:nvSpPr>
          <p:cNvPr id="636" name="Google Shape;636;h47f5218710c76954_0_1011"/>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7" name="Google Shape;637;h47f5218710c76954_0_1011"/>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638" name="Google Shape;638;h47f5218710c76954_0_1011"/>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The shift to loud, electric sound is real, so audio can separate eras. Genre is linked to era, so we will test it as a control.</a:t>
            </a:r>
            <a:endParaRPr b="0" i="0" spc="0" sz="900" u="none" cap="none" strike="noStrike">
              <a:solidFill>
                <a:schemeClr val="dk1"/>
              </a:solidFill>
              <a:latin typeface="Calibri"/>
              <a:ea typeface="Calibri"/>
              <a:cs typeface="Calibri"/>
              <a:sym typeface="Calibri"/>
            </a:endParaRPr>
          </a:p>
        </p:txBody>
      </p:sp>
      <p:sp>
        <p:nvSpPr>
          <p:cNvPr id="639" name="Google Shape;639;h47f5218710c76954_0_1011"/>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pc="0" sz="900" u="none" cap="none" strike="noStrike">
                <a:solidFill>
                  <a:srgbClr val="C9A5A2"/>
                </a:solidFill>
                <a:latin typeface="IBM Plex Sans"/>
                <a:ea typeface="IBM Plex Sans"/>
                <a:cs typeface="IBM Plex Sans"/>
                <a:sym typeface="IBM Plex Sans"/>
              </a:rPr>
              <a:t>Figure 59 from our analysis · 1970s vs 2010s, genre-tagged artists, 95% intervals from resampled artists · Source: Spotify tracks dataset (Kaggle)</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643" name="Shape 643"/>
        <p:cNvGrpSpPr/>
        <p:nvPr/>
      </p:nvGrpSpPr>
      <p:grpSpPr>
        <a:xfrm>
          <a:off x="0" y="0"/>
          <a:ext cx="0" cy="0"/>
          <a:chOff x="0" y="0"/>
          <a:chExt cx="0" cy="0"/>
        </a:xfrm>
      </p:grpSpPr>
      <p:sp>
        <p:nvSpPr>
          <p:cNvPr id="644" name="Google Shape;644;h3292aedbbf7c909c_0_47"/>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5" name="Google Shape;645;h3292aedbbf7c909c_0_47"/>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6" name="Google Shape;646;h3292aedbbf7c909c_0_47"/>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7" name="Google Shape;647;h3292aedbbf7c909c_0_47"/>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8" name="Google Shape;648;h3292aedbbf7c909c_0_47"/>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9" name="Google Shape;649;h3292aedbbf7c909c_0_47"/>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EXPLORATORY ANALYSIS · </a:t>
            </a:r>
            <a:r>
              <a:rPr b="1" lang="en" sz="900">
                <a:solidFill>
                  <a:srgbClr val="F2B84B"/>
                </a:solidFill>
                <a:latin typeface="IBM Plex Sans"/>
                <a:ea typeface="IBM Plex Sans"/>
                <a:cs typeface="IBM Plex Sans"/>
                <a:sym typeface="IBM Plex Sans"/>
              </a:rPr>
              <a:t>AUDIO FEATURES</a:t>
            </a:r>
            <a:endParaRPr b="0" i="0" spc="0" sz="900" u="none" cap="none" strike="noStrike">
              <a:solidFill>
                <a:schemeClr val="dk1"/>
              </a:solidFill>
              <a:latin typeface="Calibri"/>
              <a:ea typeface="Calibri"/>
              <a:cs typeface="Calibri"/>
              <a:sym typeface="Calibri"/>
            </a:endParaRPr>
          </a:p>
        </p:txBody>
      </p:sp>
      <p:sp>
        <p:nvSpPr>
          <p:cNvPr id="650" name="Google Shape;650;h3292aedbbf7c909c_0_47"/>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lang="en" sz="2000">
                <a:solidFill>
                  <a:srgbClr val="FBF4EC"/>
                </a:solidFill>
                <a:latin typeface="IBM Plex Sans"/>
                <a:ea typeface="IBM Plex Sans"/>
                <a:cs typeface="IBM Plex Sans"/>
                <a:sym typeface="IBM Plex Sans"/>
              </a:rPr>
              <a:t>Tempo and Danceability Share Similar Movement</a:t>
            </a:r>
            <a:endParaRPr b="1" sz="2000">
              <a:solidFill>
                <a:srgbClr val="FBF4EC"/>
              </a:solidFill>
              <a:latin typeface="IBM Plex Sans"/>
              <a:ea typeface="IBM Plex Sans"/>
              <a:cs typeface="IBM Plex Sans"/>
              <a:sym typeface="IBM Plex Sans"/>
            </a:endParaRPr>
          </a:p>
          <a:p>
            <a:pPr indent="0" lvl="0" marL="0" marR="0" rtl="0" algn="l">
              <a:lnSpc>
                <a:spcPct val="115000"/>
              </a:lnSpc>
              <a:spcBef>
                <a:spcPts val="0"/>
              </a:spcBef>
              <a:spcAft>
                <a:spcPts val="0"/>
              </a:spcAft>
              <a:buClr>
                <a:srgbClr val="FBF4EC"/>
              </a:buClr>
              <a:buSzPts val="2000"/>
              <a:buFont typeface="IBM Plex Sans"/>
              <a:buNone/>
            </a:pPr>
            <a:r>
              <a:t/>
            </a:r>
            <a:endParaRPr b="1" sz="2000">
              <a:solidFill>
                <a:srgbClr val="FBF4EC"/>
              </a:solidFill>
              <a:latin typeface="IBM Plex Sans"/>
              <a:ea typeface="IBM Plex Sans"/>
              <a:cs typeface="IBM Plex Sans"/>
              <a:sym typeface="IBM Plex Sans"/>
            </a:endParaRPr>
          </a:p>
        </p:txBody>
      </p:sp>
      <p:sp>
        <p:nvSpPr>
          <p:cNvPr id="651" name="Google Shape;651;h3292aedbbf7c909c_0_47"/>
          <p:cNvSpPr/>
          <p:nvPr/>
        </p:nvSpPr>
        <p:spPr>
          <a:xfrm>
            <a:off x="6060281" y="1188356"/>
            <a:ext cx="2472000" cy="2182800"/>
          </a:xfrm>
          <a:prstGeom prst="roundRect">
            <a:avLst>
              <a:gd fmla="val 4255"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2" name="Google Shape;652;h3292aedbbf7c909c_0_47"/>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HOW TO READ IT</a:t>
            </a:r>
            <a:endParaRPr b="0" i="0" spc="0" sz="900" u="none" cap="none" strike="noStrike">
              <a:solidFill>
                <a:schemeClr val="dk1"/>
              </a:solidFill>
              <a:latin typeface="Calibri"/>
              <a:ea typeface="Calibri"/>
              <a:cs typeface="Calibri"/>
              <a:sym typeface="Calibri"/>
            </a:endParaRPr>
          </a:p>
        </p:txBody>
      </p:sp>
      <p:sp>
        <p:nvSpPr>
          <p:cNvPr id="653" name="Google Shape;653;h3292aedbbf7c909c_0_47"/>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lang="en" sz="900">
                <a:solidFill>
                  <a:srgbClr val="E6C9C5"/>
                </a:solidFill>
                <a:latin typeface="Calibri"/>
                <a:ea typeface="Calibri"/>
                <a:cs typeface="Calibri"/>
                <a:sym typeface="Calibri"/>
              </a:rPr>
              <a:t>The change in tempo (BPM) and danceability (0-1) over time. Both Staying within 95% confidence interval band.</a:t>
            </a:r>
            <a:endParaRPr b="0" i="0" spc="0" sz="900" u="none" cap="none" strike="noStrike">
              <a:solidFill>
                <a:srgbClr val="E6C9C5"/>
              </a:solidFill>
              <a:latin typeface="Calibri"/>
              <a:ea typeface="Calibri"/>
              <a:cs typeface="Calibri"/>
              <a:sym typeface="Calibri"/>
            </a:endParaRPr>
          </a:p>
        </p:txBody>
      </p:sp>
      <p:sp>
        <p:nvSpPr>
          <p:cNvPr id="654" name="Google Shape;654;h3292aedbbf7c909c_0_47"/>
          <p:cNvSpPr/>
          <p:nvPr/>
        </p:nvSpPr>
        <p:spPr>
          <a:xfrm>
            <a:off x="6196013" y="220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lang="en" sz="1900">
                <a:solidFill>
                  <a:srgbClr val="F2B84B"/>
                </a:solidFill>
                <a:latin typeface="IBM Plex Sans"/>
                <a:ea typeface="IBM Plex Sans"/>
                <a:cs typeface="IBM Plex Sans"/>
                <a:sym typeface="IBM Plex Sans"/>
              </a:rPr>
              <a:t>125 BPM</a:t>
            </a:r>
            <a:endParaRPr b="0" i="0" spc="0" sz="1900" u="none" cap="none" strike="noStrike">
              <a:solidFill>
                <a:schemeClr val="dk1"/>
              </a:solidFill>
              <a:latin typeface="Calibri"/>
              <a:ea typeface="Calibri"/>
              <a:cs typeface="Calibri"/>
              <a:sym typeface="Calibri"/>
            </a:endParaRPr>
          </a:p>
        </p:txBody>
      </p:sp>
      <p:sp>
        <p:nvSpPr>
          <p:cNvPr id="655" name="Google Shape;655;h3292aedbbf7c909c_0_47"/>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lang="en" sz="900">
                <a:solidFill>
                  <a:srgbClr val="E6C9C5"/>
                </a:solidFill>
                <a:latin typeface="Calibri"/>
                <a:ea typeface="Calibri"/>
                <a:cs typeface="Calibri"/>
                <a:sym typeface="Calibri"/>
              </a:rPr>
              <a:t>Tempo</a:t>
            </a:r>
            <a:r>
              <a:rPr lang="en" sz="900">
                <a:solidFill>
                  <a:srgbClr val="E6C9C5"/>
                </a:solidFill>
                <a:latin typeface="Calibri"/>
                <a:ea typeface="Calibri"/>
                <a:cs typeface="Calibri"/>
                <a:sym typeface="Calibri"/>
              </a:rPr>
              <a:t> reaches its peak in the ‘streaming era’</a:t>
            </a:r>
            <a:endParaRPr b="0" i="0" spc="0" sz="900" u="none" cap="none" strike="noStrike">
              <a:solidFill>
                <a:srgbClr val="E6C9C5"/>
              </a:solidFill>
              <a:latin typeface="Calibri"/>
              <a:ea typeface="Calibri"/>
              <a:cs typeface="Calibri"/>
              <a:sym typeface="Calibri"/>
            </a:endParaRPr>
          </a:p>
        </p:txBody>
      </p:sp>
      <p:sp>
        <p:nvSpPr>
          <p:cNvPr id="656" name="Google Shape;656;h3292aedbbf7c909c_0_47"/>
          <p:cNvSpPr/>
          <p:nvPr/>
        </p:nvSpPr>
        <p:spPr>
          <a:xfrm>
            <a:off x="7377225" y="2206450"/>
            <a:ext cx="6333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lang="en" sz="1900">
                <a:solidFill>
                  <a:srgbClr val="F2B84B"/>
                </a:solidFill>
                <a:latin typeface="IBM Plex Sans"/>
                <a:ea typeface="IBM Plex Sans"/>
                <a:cs typeface="IBM Plex Sans"/>
                <a:sym typeface="IBM Plex Sans"/>
              </a:rPr>
              <a:t>0.68 </a:t>
            </a:r>
            <a:endParaRPr b="0" i="0" spc="0" sz="1900" u="none" cap="none" strike="noStrike">
              <a:solidFill>
                <a:schemeClr val="dk1"/>
              </a:solidFill>
              <a:latin typeface="Calibri"/>
              <a:ea typeface="Calibri"/>
              <a:cs typeface="Calibri"/>
              <a:sym typeface="Calibri"/>
            </a:endParaRPr>
          </a:p>
        </p:txBody>
      </p:sp>
      <p:sp>
        <p:nvSpPr>
          <p:cNvPr id="657" name="Google Shape;657;h3292aedbbf7c909c_0_47"/>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lang="en" sz="900">
                <a:solidFill>
                  <a:srgbClr val="E6C9C5"/>
                </a:solidFill>
                <a:latin typeface="IBM Plex Sans"/>
                <a:ea typeface="IBM Plex Sans"/>
                <a:cs typeface="IBM Plex Sans"/>
                <a:sym typeface="IBM Plex Sans"/>
              </a:rPr>
              <a:t>Songs are becoming more ‘danceable’</a:t>
            </a:r>
            <a:endParaRPr b="0" i="0" spc="0" sz="900" u="none" cap="none" strike="noStrike">
              <a:solidFill>
                <a:srgbClr val="E6C9C5"/>
              </a:solidFill>
              <a:latin typeface="Calibri"/>
              <a:ea typeface="Calibri"/>
              <a:cs typeface="Calibri"/>
              <a:sym typeface="Calibri"/>
            </a:endParaRPr>
          </a:p>
        </p:txBody>
      </p:sp>
      <p:sp>
        <p:nvSpPr>
          <p:cNvPr id="658" name="Google Shape;658;h3292aedbbf7c909c_0_47"/>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9" name="Google Shape;659;h3292aedbbf7c909c_0_47"/>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660" name="Google Shape;660;h3292aedbbf7c909c_0_47"/>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lang="en" sz="900">
                <a:solidFill>
                  <a:srgbClr val="FBF4EC"/>
                </a:solidFill>
                <a:latin typeface="IBM Plex Sans"/>
                <a:ea typeface="IBM Plex Sans"/>
                <a:cs typeface="IBM Plex Sans"/>
                <a:sym typeface="IBM Plex Sans"/>
              </a:rPr>
              <a:t>Both Tempo and </a:t>
            </a:r>
            <a:r>
              <a:rPr lang="en" sz="900">
                <a:solidFill>
                  <a:srgbClr val="FBF4EC"/>
                </a:solidFill>
                <a:latin typeface="IBM Plex Sans"/>
                <a:ea typeface="IBM Plex Sans"/>
                <a:cs typeface="IBM Plex Sans"/>
                <a:sym typeface="IBM Plex Sans"/>
              </a:rPr>
              <a:t>Danceability</a:t>
            </a:r>
            <a:r>
              <a:rPr lang="en" sz="900">
                <a:solidFill>
                  <a:srgbClr val="FBF4EC"/>
                </a:solidFill>
                <a:latin typeface="IBM Plex Sans"/>
                <a:ea typeface="IBM Plex Sans"/>
                <a:cs typeface="IBM Plex Sans"/>
                <a:sym typeface="IBM Plex Sans"/>
              </a:rPr>
              <a:t> decline in the ‘40s before increasing </a:t>
            </a:r>
            <a:r>
              <a:rPr lang="en" sz="900">
                <a:solidFill>
                  <a:srgbClr val="FBF4EC"/>
                </a:solidFill>
                <a:latin typeface="IBM Plex Sans"/>
                <a:ea typeface="IBM Plex Sans"/>
                <a:cs typeface="IBM Plex Sans"/>
                <a:sym typeface="IBM Plex Sans"/>
              </a:rPr>
              <a:t>through</a:t>
            </a:r>
            <a:r>
              <a:rPr lang="en" sz="900">
                <a:solidFill>
                  <a:srgbClr val="FBF4EC"/>
                </a:solidFill>
                <a:latin typeface="IBM Plex Sans"/>
                <a:ea typeface="IBM Plex Sans"/>
                <a:cs typeface="IBM Plex Sans"/>
                <a:sym typeface="IBM Plex Sans"/>
              </a:rPr>
              <a:t> the ‘80s. Tempo increase was uneven and much less consistent than the rise in danceability.</a:t>
            </a:r>
            <a:endParaRPr b="0" i="0" spc="0" sz="900" u="none" cap="none" strike="noStrike">
              <a:solidFill>
                <a:schemeClr val="dk1"/>
              </a:solidFill>
              <a:latin typeface="Calibri"/>
              <a:ea typeface="Calibri"/>
              <a:cs typeface="Calibri"/>
              <a:sym typeface="Calibri"/>
            </a:endParaRPr>
          </a:p>
        </p:txBody>
      </p:sp>
      <p:sp>
        <p:nvSpPr>
          <p:cNvPr id="661" name="Google Shape;661;h3292aedbbf7c909c_0_47"/>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2" name="Google Shape;662;h3292aedbbf7c909c_0_47"/>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663" name="Google Shape;663;h3292aedbbf7c909c_0_47"/>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lang="en" sz="900">
                <a:solidFill>
                  <a:schemeClr val="dk1"/>
                </a:solidFill>
                <a:latin typeface="Calibri"/>
                <a:ea typeface="Calibri"/>
                <a:cs typeface="Calibri"/>
                <a:sym typeface="Calibri"/>
              </a:rPr>
              <a:t>Danceability is a strong indicator of </a:t>
            </a:r>
            <a:r>
              <a:rPr lang="en" sz="900">
                <a:solidFill>
                  <a:schemeClr val="dk1"/>
                </a:solidFill>
                <a:latin typeface="Calibri"/>
                <a:ea typeface="Calibri"/>
                <a:cs typeface="Calibri"/>
                <a:sym typeface="Calibri"/>
              </a:rPr>
              <a:t>rhythmic</a:t>
            </a:r>
            <a:r>
              <a:rPr lang="en" sz="900">
                <a:solidFill>
                  <a:schemeClr val="dk1"/>
                </a:solidFill>
                <a:latin typeface="Calibri"/>
                <a:ea typeface="Calibri"/>
                <a:cs typeface="Calibri"/>
                <a:sym typeface="Calibri"/>
              </a:rPr>
              <a:t> change, while Tempo is more uneven and era-dependent. </a:t>
            </a:r>
            <a:endParaRPr b="0" i="0" spc="0" sz="900" u="none" cap="none" strike="noStrike">
              <a:solidFill>
                <a:schemeClr val="dk1"/>
              </a:solidFill>
              <a:latin typeface="Calibri"/>
              <a:ea typeface="Calibri"/>
              <a:cs typeface="Calibri"/>
              <a:sym typeface="Calibri"/>
            </a:endParaRPr>
          </a:p>
        </p:txBody>
      </p:sp>
      <p:sp>
        <p:nvSpPr>
          <p:cNvPr id="664" name="Google Shape;664;h3292aedbbf7c909c_0_47"/>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lang="en" sz="900">
                <a:solidFill>
                  <a:srgbClr val="C9A5A2"/>
                </a:solidFill>
                <a:latin typeface="IBM Plex Sans"/>
                <a:ea typeface="IBM Plex Sans"/>
                <a:cs typeface="IBM Plex Sans"/>
                <a:sym typeface="IBM Plex Sans"/>
              </a:rPr>
              <a:t>GPU </a:t>
            </a:r>
            <a:r>
              <a:rPr b="0" i="0" lang="en" spc="0" sz="900" u="none" cap="none" strike="noStrike">
                <a:solidFill>
                  <a:srgbClr val="C9A5A2"/>
                </a:solidFill>
                <a:latin typeface="IBM Plex Sans"/>
                <a:ea typeface="IBM Plex Sans"/>
                <a:cs typeface="IBM Plex Sans"/>
                <a:sym typeface="IBM Plex Sans"/>
              </a:rPr>
              <a:t>Figure 33  from our EDA · Source: Spotify tracks dataset (Kaggle)</a:t>
            </a:r>
            <a:endParaRPr b="0" i="0" spc="0" sz="900" u="none" cap="none" strike="noStrike">
              <a:solidFill>
                <a:schemeClr val="dk1"/>
              </a:solidFill>
              <a:latin typeface="Calibri"/>
              <a:ea typeface="Calibri"/>
              <a:cs typeface="Calibri"/>
              <a:sym typeface="Calibri"/>
            </a:endParaRPr>
          </a:p>
        </p:txBody>
      </p:sp>
      <p:pic>
        <p:nvPicPr>
          <p:cNvPr id="665" name="Google Shape;665;h3292aedbbf7c909c_0_47" title="Screenshot 2026-10-07 at 9.58.37 AM.png"/>
          <p:cNvPicPr preferRelativeResize="0"/>
          <p:nvPr/>
        </p:nvPicPr>
        <p:blipFill>
          <a:blip r:embed="rId3">
            <a:alphaModFix/>
          </a:blip>
          <a:stretch>
            <a:fillRect/>
          </a:stretch>
        </p:blipFill>
        <p:spPr>
          <a:xfrm>
            <a:off x="609600" y="1188350"/>
            <a:ext cx="5380050" cy="2182800"/>
          </a:xfrm>
          <a:prstGeom prst="rect">
            <a:avLst/>
          </a:prstGeom>
          <a:noFill/>
          <a:ln>
            <a:noFill/>
          </a:ln>
        </p:spPr>
      </p:pic>
      <p:sp>
        <p:nvSpPr>
          <p:cNvPr id="666" name="Google Shape;666;h3292aedbbf7c909c_0_47"/>
          <p:cNvSpPr/>
          <p:nvPr/>
        </p:nvSpPr>
        <p:spPr>
          <a:xfrm>
            <a:off x="1194400" y="1222975"/>
            <a:ext cx="986700" cy="108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
        <p:nvSpPr>
          <p:cNvPr id="667" name="Google Shape;667;h3292aedbbf7c909c_0_47"/>
          <p:cNvSpPr/>
          <p:nvPr/>
        </p:nvSpPr>
        <p:spPr>
          <a:xfrm>
            <a:off x="4224725" y="1222975"/>
            <a:ext cx="807600" cy="108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671" name="Shape 671"/>
        <p:cNvGrpSpPr/>
        <p:nvPr/>
      </p:nvGrpSpPr>
      <p:grpSpPr>
        <a:xfrm>
          <a:off x="0" y="0"/>
          <a:ext cx="0" cy="0"/>
          <a:chOff x="0" y="0"/>
          <a:chExt cx="0" cy="0"/>
        </a:xfrm>
      </p:grpSpPr>
      <p:sp>
        <p:nvSpPr>
          <p:cNvPr id="672" name="Google Shape;672;h3292aedbbf7c909c_0_21"/>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3" name="Google Shape;673;h3292aedbbf7c909c_0_21"/>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4" name="Google Shape;674;h3292aedbbf7c909c_0_21"/>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5" name="Google Shape;675;h3292aedbbf7c909c_0_21"/>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6" name="Google Shape;676;h3292aedbbf7c909c_0_21"/>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7" name="Google Shape;677;h3292aedbbf7c909c_0_21"/>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EXPLORATORY ANALYSIS · </a:t>
            </a:r>
            <a:r>
              <a:rPr b="1" lang="en" sz="900">
                <a:solidFill>
                  <a:srgbClr val="F2B84B"/>
                </a:solidFill>
                <a:latin typeface="IBM Plex Sans"/>
                <a:ea typeface="IBM Plex Sans"/>
                <a:cs typeface="IBM Plex Sans"/>
                <a:sym typeface="IBM Plex Sans"/>
              </a:rPr>
              <a:t>MOOD</a:t>
            </a:r>
            <a:endParaRPr b="0" i="0" spc="0" sz="900" u="none" cap="none" strike="noStrike">
              <a:solidFill>
                <a:schemeClr val="dk1"/>
              </a:solidFill>
              <a:latin typeface="Calibri"/>
              <a:ea typeface="Calibri"/>
              <a:cs typeface="Calibri"/>
              <a:sym typeface="Calibri"/>
            </a:endParaRPr>
          </a:p>
        </p:txBody>
      </p:sp>
      <p:sp>
        <p:nvSpPr>
          <p:cNvPr id="678" name="Google Shape;678;h3292aedbbf7c909c_0_21"/>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lang="en" sz="2000">
                <a:solidFill>
                  <a:srgbClr val="FBF4EC"/>
                </a:solidFill>
                <a:latin typeface="IBM Plex Sans"/>
                <a:ea typeface="IBM Plex Sans"/>
                <a:cs typeface="IBM Plex Sans"/>
                <a:sym typeface="IBM Plex Sans"/>
              </a:rPr>
              <a:t>Song ‘Mood’ Change Over the Decades</a:t>
            </a:r>
            <a:endParaRPr b="0" i="0" spc="0" sz="2000" u="none" cap="none" strike="noStrike">
              <a:solidFill>
                <a:schemeClr val="dk1"/>
              </a:solidFill>
              <a:latin typeface="Calibri"/>
              <a:ea typeface="Calibri"/>
              <a:cs typeface="Calibri"/>
              <a:sym typeface="Calibri"/>
            </a:endParaRPr>
          </a:p>
        </p:txBody>
      </p:sp>
      <p:sp>
        <p:nvSpPr>
          <p:cNvPr id="679" name="Google Shape;679;h3292aedbbf7c909c_0_21"/>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0" name="Google Shape;680;h3292aedbbf7c909c_0_21"/>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681" name="Google Shape;681;h3292aedbbf7c909c_0_21"/>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lang="en" sz="900">
                <a:solidFill>
                  <a:srgbClr val="FBF4EC"/>
                </a:solidFill>
                <a:latin typeface="IBM Plex Sans"/>
                <a:ea typeface="IBM Plex Sans"/>
                <a:cs typeface="IBM Plex Sans"/>
                <a:sym typeface="IBM Plex Sans"/>
              </a:rPr>
              <a:t>There’s a clear shift in ‘Mood’ of tracks in the 1950s </a:t>
            </a:r>
            <a:r>
              <a:rPr lang="en" sz="900">
                <a:solidFill>
                  <a:srgbClr val="FBF4EC"/>
                </a:solidFill>
                <a:latin typeface="IBM Plex Sans"/>
                <a:ea typeface="IBM Plex Sans"/>
                <a:cs typeface="IBM Plex Sans"/>
                <a:sym typeface="IBM Plex Sans"/>
              </a:rPr>
              <a:t>where</a:t>
            </a:r>
            <a:r>
              <a:rPr lang="en" sz="900">
                <a:solidFill>
                  <a:srgbClr val="FBF4EC"/>
                </a:solidFill>
                <a:latin typeface="IBM Plex Sans"/>
                <a:ea typeface="IBM Plex Sans"/>
                <a:cs typeface="IBM Plex Sans"/>
                <a:sym typeface="IBM Plex Sans"/>
              </a:rPr>
              <a:t> ‘Happier’ /more energetic song styles  start to increase and the lower </a:t>
            </a:r>
            <a:r>
              <a:rPr lang="en" sz="900">
                <a:solidFill>
                  <a:srgbClr val="FBF4EC"/>
                </a:solidFill>
                <a:latin typeface="IBM Plex Sans"/>
                <a:ea typeface="IBM Plex Sans"/>
                <a:cs typeface="IBM Plex Sans"/>
                <a:sym typeface="IBM Plex Sans"/>
              </a:rPr>
              <a:t>energy</a:t>
            </a:r>
            <a:r>
              <a:rPr lang="en" sz="900">
                <a:solidFill>
                  <a:srgbClr val="FBF4EC"/>
                </a:solidFill>
                <a:latin typeface="IBM Plex Sans"/>
                <a:ea typeface="IBM Plex Sans"/>
                <a:cs typeface="IBM Plex Sans"/>
                <a:sym typeface="IBM Plex Sans"/>
              </a:rPr>
              <a:t> ‘Mood’ </a:t>
            </a:r>
            <a:r>
              <a:rPr lang="en" sz="900">
                <a:solidFill>
                  <a:srgbClr val="FBF4EC"/>
                </a:solidFill>
                <a:latin typeface="IBM Plex Sans"/>
                <a:ea typeface="IBM Plex Sans"/>
                <a:cs typeface="IBM Plex Sans"/>
                <a:sym typeface="IBM Plex Sans"/>
              </a:rPr>
              <a:t>categories</a:t>
            </a:r>
            <a:r>
              <a:rPr lang="en" sz="900">
                <a:solidFill>
                  <a:srgbClr val="FBF4EC"/>
                </a:solidFill>
                <a:latin typeface="IBM Plex Sans"/>
                <a:ea typeface="IBM Plex Sans"/>
                <a:cs typeface="IBM Plex Sans"/>
                <a:sym typeface="IBM Plex Sans"/>
              </a:rPr>
              <a:t> trend downward.</a:t>
            </a:r>
            <a:endParaRPr b="0" i="0" spc="0" sz="900" u="none" cap="none" strike="noStrike">
              <a:solidFill>
                <a:schemeClr val="dk1"/>
              </a:solidFill>
              <a:latin typeface="Calibri"/>
              <a:ea typeface="Calibri"/>
              <a:cs typeface="Calibri"/>
              <a:sym typeface="Calibri"/>
            </a:endParaRPr>
          </a:p>
        </p:txBody>
      </p:sp>
      <p:sp>
        <p:nvSpPr>
          <p:cNvPr id="682" name="Google Shape;682;h3292aedbbf7c909c_0_21"/>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3" name="Google Shape;683;h3292aedbbf7c909c_0_21"/>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684" name="Google Shape;684;h3292aedbbf7c909c_0_21"/>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lang="en" sz="900">
                <a:solidFill>
                  <a:srgbClr val="FBF4EC"/>
                </a:solidFill>
                <a:latin typeface="IBM Plex Sans"/>
                <a:ea typeface="IBM Plex Sans"/>
                <a:cs typeface="IBM Plex Sans"/>
                <a:sym typeface="IBM Plex Sans"/>
              </a:rPr>
              <a:t>We should use </a:t>
            </a:r>
            <a:r>
              <a:rPr lang="en" sz="900">
                <a:solidFill>
                  <a:srgbClr val="FBF4EC"/>
                </a:solidFill>
                <a:latin typeface="IBM Plex Sans"/>
                <a:ea typeface="IBM Plex Sans"/>
                <a:cs typeface="IBM Plex Sans"/>
                <a:sym typeface="IBM Plex Sans"/>
              </a:rPr>
              <a:t>energy</a:t>
            </a:r>
            <a:r>
              <a:rPr lang="en" sz="900">
                <a:solidFill>
                  <a:srgbClr val="FBF4EC"/>
                </a:solidFill>
                <a:latin typeface="IBM Plex Sans"/>
                <a:ea typeface="IBM Plex Sans"/>
                <a:cs typeface="IBM Plex Sans"/>
                <a:sym typeface="IBM Plex Sans"/>
              </a:rPr>
              <a:t> and valence for detailed analysis/modeling but use the mood quadrants to communicate broad decade-level patterns.</a:t>
            </a:r>
            <a:endParaRPr b="0" i="0" spc="0" sz="900" u="none" cap="none" strike="noStrike">
              <a:solidFill>
                <a:schemeClr val="dk1"/>
              </a:solidFill>
              <a:latin typeface="Calibri"/>
              <a:ea typeface="Calibri"/>
              <a:cs typeface="Calibri"/>
              <a:sym typeface="Calibri"/>
            </a:endParaRPr>
          </a:p>
        </p:txBody>
      </p:sp>
      <p:sp>
        <p:nvSpPr>
          <p:cNvPr id="685" name="Google Shape;685;h3292aedbbf7c909c_0_21"/>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lang="en" sz="900">
                <a:solidFill>
                  <a:srgbClr val="C9A5A2"/>
                </a:solidFill>
                <a:latin typeface="IBM Plex Sans"/>
                <a:ea typeface="IBM Plex Sans"/>
                <a:cs typeface="IBM Plex Sans"/>
                <a:sym typeface="IBM Plex Sans"/>
              </a:rPr>
              <a:t>GPU </a:t>
            </a:r>
            <a:r>
              <a:rPr b="0" i="0" lang="en" spc="0" sz="900" u="none" cap="none" strike="noStrike">
                <a:solidFill>
                  <a:srgbClr val="C9A5A2"/>
                </a:solidFill>
                <a:latin typeface="IBM Plex Sans"/>
                <a:ea typeface="IBM Plex Sans"/>
                <a:cs typeface="IBM Plex Sans"/>
                <a:sym typeface="IBM Plex Sans"/>
              </a:rPr>
              <a:t>Figure </a:t>
            </a:r>
            <a:r>
              <a:rPr lang="en" sz="900">
                <a:solidFill>
                  <a:srgbClr val="C9A5A2"/>
                </a:solidFill>
                <a:latin typeface="IBM Plex Sans"/>
                <a:ea typeface="IBM Plex Sans"/>
                <a:cs typeface="IBM Plex Sans"/>
                <a:sym typeface="IBM Plex Sans"/>
              </a:rPr>
              <a:t>52 and Mood chart</a:t>
            </a:r>
            <a:r>
              <a:rPr b="0" i="0" lang="en" spc="0" sz="900" u="none" cap="none" strike="noStrike">
                <a:solidFill>
                  <a:srgbClr val="C9A5A2"/>
                </a:solidFill>
                <a:latin typeface="IBM Plex Sans"/>
                <a:ea typeface="IBM Plex Sans"/>
                <a:cs typeface="IBM Plex Sans"/>
                <a:sym typeface="IBM Plex Sans"/>
              </a:rPr>
              <a:t> from our EDA · Source: Spotify tracks dataset (Kaggle)</a:t>
            </a:r>
            <a:endParaRPr b="0" i="0" spc="0" sz="900" u="none" cap="none" strike="noStrike">
              <a:solidFill>
                <a:schemeClr val="dk1"/>
              </a:solidFill>
              <a:latin typeface="Calibri"/>
              <a:ea typeface="Calibri"/>
              <a:cs typeface="Calibri"/>
              <a:sym typeface="Calibri"/>
            </a:endParaRPr>
          </a:p>
        </p:txBody>
      </p:sp>
      <p:pic>
        <p:nvPicPr>
          <p:cNvPr id="686" name="Google Shape;686;h3292aedbbf7c909c_0_21" title="Screenshot 2026-10-07 at 12.24.33 AM.png"/>
          <p:cNvPicPr preferRelativeResize="0"/>
          <p:nvPr/>
        </p:nvPicPr>
        <p:blipFill>
          <a:blip r:embed="rId3">
            <a:alphaModFix/>
          </a:blip>
          <a:stretch>
            <a:fillRect/>
          </a:stretch>
        </p:blipFill>
        <p:spPr>
          <a:xfrm>
            <a:off x="3453188" y="1197400"/>
            <a:ext cx="5072932" cy="2186050"/>
          </a:xfrm>
          <a:prstGeom prst="rect">
            <a:avLst/>
          </a:prstGeom>
          <a:noFill/>
          <a:ln>
            <a:noFill/>
          </a:ln>
        </p:spPr>
      </p:pic>
      <p:pic>
        <p:nvPicPr>
          <p:cNvPr id="687" name="Google Shape;687;h3292aedbbf7c909c_0_21" title="Screenshot 2026-10-07 at 10.50.27 AM.png"/>
          <p:cNvPicPr preferRelativeResize="0"/>
          <p:nvPr/>
        </p:nvPicPr>
        <p:blipFill>
          <a:blip r:embed="rId4">
            <a:alphaModFix/>
          </a:blip>
          <a:stretch>
            <a:fillRect/>
          </a:stretch>
        </p:blipFill>
        <p:spPr>
          <a:xfrm>
            <a:off x="609612" y="1193536"/>
            <a:ext cx="2823432" cy="2186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h47f5218710c76954_0_1467"/>
          <p:cNvSpPr txBox="1"/>
          <p:nvPr>
            <p:ph idx="4294967295" type="title"/>
          </p:nvPr>
        </p:nvSpPr>
        <p:spPr>
          <a:xfrm>
            <a:off x="518400" y="457200"/>
            <a:ext cx="8107200" cy="292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3600"/>
              <a:buNone/>
            </a:pPr>
            <a:r>
              <a:rPr lang="en" sz="1900"/>
              <a:t>Preliminary ML Direction</a:t>
            </a:r>
            <a:endParaRPr sz="1900"/>
          </a:p>
        </p:txBody>
      </p:sp>
      <p:sp>
        <p:nvSpPr>
          <p:cNvPr id="693" name="Google Shape;693;h47f5218710c76954_0_1467"/>
          <p:cNvSpPr txBox="1"/>
          <p:nvPr>
            <p:ph idx="4294967295" type="title"/>
          </p:nvPr>
        </p:nvSpPr>
        <p:spPr>
          <a:xfrm>
            <a:off x="487800" y="902525"/>
            <a:ext cx="8168400" cy="446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800"/>
              <a:buNone/>
            </a:pPr>
            <a:r>
              <a:rPr b="1" lang="en" sz="2900">
                <a:solidFill>
                  <a:schemeClr val="accent1"/>
                </a:solidFill>
              </a:rPr>
              <a:t>Can a song's sound predict its era?</a:t>
            </a:r>
            <a:endParaRPr b="1" sz="2900">
              <a:solidFill>
                <a:schemeClr val="accent1"/>
              </a:solidFill>
            </a:endParaRPr>
          </a:p>
        </p:txBody>
      </p:sp>
      <p:sp>
        <p:nvSpPr>
          <p:cNvPr id="694" name="Google Shape;694;h47f5218710c76954_0_1467"/>
          <p:cNvSpPr txBox="1"/>
          <p:nvPr/>
        </p:nvSpPr>
        <p:spPr>
          <a:xfrm>
            <a:off x="457200" y="2018675"/>
            <a:ext cx="8107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pc="0" sz="1400" u="none" cap="none" strike="noStrike">
                <a:solidFill>
                  <a:schemeClr val="dk1"/>
                </a:solidFill>
                <a:latin typeface="IBM Plex Sans"/>
                <a:ea typeface="IBM Plex Sans"/>
                <a:cs typeface="IBM Plex Sans"/>
                <a:sym typeface="IBM Plex Sans"/>
              </a:rPr>
              <a:t>Proposed task: </a:t>
            </a:r>
            <a:r>
              <a:rPr i="0" lang="en" spc="0" sz="1400" u="none" cap="none" strike="noStrike">
                <a:solidFill>
                  <a:schemeClr val="dk1"/>
                </a:solidFill>
                <a:latin typeface="IBM Plex Sans"/>
                <a:ea typeface="IBM Plex Sans"/>
                <a:cs typeface="IBM Plex Sans"/>
                <a:sym typeface="IBM Plex Sans"/>
              </a:rPr>
              <a:t>multiclass classification of release era (4 classes) from Spotify audio features.</a:t>
            </a:r>
            <a:endParaRPr b="0" i="0" spc="0" sz="1400" u="none" cap="none" strike="noStrike">
              <a:solidFill>
                <a:schemeClr val="dk1"/>
              </a:solidFill>
              <a:latin typeface="IBM Plex Sans"/>
              <a:ea typeface="IBM Plex Sans"/>
              <a:cs typeface="IBM Plex Sans"/>
              <a:sym typeface="IBM Plex Sans"/>
            </a:endParaRPr>
          </a:p>
        </p:txBody>
      </p:sp>
      <p:sp>
        <p:nvSpPr>
          <p:cNvPr id="695" name="Google Shape;695;h47f5218710c76954_0_1467"/>
          <p:cNvSpPr txBox="1"/>
          <p:nvPr/>
        </p:nvSpPr>
        <p:spPr>
          <a:xfrm>
            <a:off x="457200" y="3357828"/>
            <a:ext cx="79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pc="0" sz="1400" u="none" cap="none" strike="noStrike">
                <a:solidFill>
                  <a:schemeClr val="dk1"/>
                </a:solidFill>
                <a:latin typeface="IBM Plex Sans"/>
                <a:ea typeface="IBM Plex Sans"/>
                <a:cs typeface="IBM Plex Sans"/>
                <a:sym typeface="IBM Plex Sans"/>
              </a:rPr>
              <a:t>Four eras we would predict</a:t>
            </a:r>
            <a:endParaRPr b="0" i="0" spc="0" sz="1400" u="none" cap="none" strike="noStrike">
              <a:solidFill>
                <a:schemeClr val="dk1"/>
              </a:solidFill>
              <a:latin typeface="IBM Plex Sans"/>
              <a:ea typeface="IBM Plex Sans"/>
              <a:cs typeface="IBM Plex Sans"/>
              <a:sym typeface="IBM Plex Sans"/>
            </a:endParaRPr>
          </a:p>
        </p:txBody>
      </p:sp>
      <p:sp>
        <p:nvSpPr>
          <p:cNvPr descr="A graph showing a process, with four steps, a conclusion, and an iterative back-and-forth between steps two and four. " id="696" name="Google Shape;696;h47f5218710c76954_0_1467"/>
          <p:cNvSpPr/>
          <p:nvPr/>
        </p:nvSpPr>
        <p:spPr>
          <a:xfrm>
            <a:off x="1783080" y="3947306"/>
            <a:ext cx="1188600" cy="384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1072"/>
              <a:buFont typeface="Arial"/>
              <a:buNone/>
            </a:pPr>
            <a:r>
              <a:t/>
            </a:r>
            <a:endParaRPr b="0" i="0" spc="0" sz="1072" u="none" cap="none" strike="noStrike">
              <a:solidFill>
                <a:schemeClr val="dk1"/>
              </a:solidFill>
              <a:latin typeface="IBM Plex Sans"/>
              <a:ea typeface="IBM Plex Sans"/>
              <a:cs typeface="IBM Plex Sans"/>
              <a:sym typeface="IBM Plex Sans"/>
            </a:endParaRPr>
          </a:p>
        </p:txBody>
      </p:sp>
      <p:sp>
        <p:nvSpPr>
          <p:cNvPr id="697" name="Google Shape;697;h47f5218710c76954_0_1467"/>
          <p:cNvSpPr txBox="1"/>
          <p:nvPr/>
        </p:nvSpPr>
        <p:spPr>
          <a:xfrm>
            <a:off x="1783080" y="4029602"/>
            <a:ext cx="1188600" cy="219600"/>
          </a:xfrm>
          <a:prstGeom prst="rect">
            <a:avLst/>
          </a:prstGeom>
          <a:noFill/>
          <a:ln>
            <a:noFill/>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613"/>
              <a:buFont typeface="Arial"/>
              <a:buNone/>
            </a:pPr>
            <a:r>
              <a:rPr b="0" i="0" lang="en" spc="0" sz="613" u="none" cap="none" strike="noStrike">
                <a:solidFill>
                  <a:schemeClr val="accent1"/>
                </a:solidFill>
                <a:latin typeface="IBM Plex Sans Medium"/>
                <a:ea typeface="IBM Plex Sans Medium"/>
                <a:cs typeface="IBM Plex Sans Medium"/>
                <a:sym typeface="IBM Plex Sans Medium"/>
              </a:rPr>
              <a:t>Pre-1960</a:t>
            </a:r>
            <a:endParaRPr b="0" i="0" spc="0" sz="613" u="none" cap="none" strike="noStrike">
              <a:solidFill>
                <a:schemeClr val="accent1"/>
              </a:solidFill>
              <a:latin typeface="IBM Plex Sans Medium"/>
              <a:ea typeface="IBM Plex Sans Medium"/>
              <a:cs typeface="IBM Plex Sans Medium"/>
              <a:sym typeface="IBM Plex Sans Medium"/>
            </a:endParaRPr>
          </a:p>
        </p:txBody>
      </p:sp>
      <p:sp>
        <p:nvSpPr>
          <p:cNvPr descr="A graph showing a process, with four steps, a conclusion, and an iterative back-and-forth between steps two and four. " id="698" name="Google Shape;698;h47f5218710c76954_0_1467"/>
          <p:cNvSpPr/>
          <p:nvPr/>
        </p:nvSpPr>
        <p:spPr>
          <a:xfrm>
            <a:off x="3246120" y="3947306"/>
            <a:ext cx="1188600" cy="384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1072"/>
              <a:buFont typeface="Arial"/>
              <a:buNone/>
            </a:pPr>
            <a:r>
              <a:t/>
            </a:r>
            <a:endParaRPr b="0" i="0" spc="0" sz="1072" u="none" cap="none" strike="noStrike">
              <a:solidFill>
                <a:schemeClr val="dk1"/>
              </a:solidFill>
              <a:latin typeface="IBM Plex Sans"/>
              <a:ea typeface="IBM Plex Sans"/>
              <a:cs typeface="IBM Plex Sans"/>
              <a:sym typeface="IBM Plex Sans"/>
            </a:endParaRPr>
          </a:p>
        </p:txBody>
      </p:sp>
      <p:sp>
        <p:nvSpPr>
          <p:cNvPr id="699" name="Google Shape;699;h47f5218710c76954_0_1467"/>
          <p:cNvSpPr txBox="1"/>
          <p:nvPr/>
        </p:nvSpPr>
        <p:spPr>
          <a:xfrm>
            <a:off x="3246120" y="4029602"/>
            <a:ext cx="1188600" cy="219600"/>
          </a:xfrm>
          <a:prstGeom prst="rect">
            <a:avLst/>
          </a:prstGeom>
          <a:noFill/>
          <a:ln>
            <a:noFill/>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613"/>
              <a:buFont typeface="Arial"/>
              <a:buNone/>
            </a:pPr>
            <a:r>
              <a:rPr b="0" i="0" lang="en" spc="0" sz="613" u="none" cap="none" strike="noStrike">
                <a:solidFill>
                  <a:schemeClr val="accent1"/>
                </a:solidFill>
                <a:latin typeface="IBM Plex Sans Medium"/>
                <a:ea typeface="IBM Plex Sans Medium"/>
                <a:cs typeface="IBM Plex Sans Medium"/>
                <a:sym typeface="IBM Plex Sans Medium"/>
              </a:rPr>
              <a:t>1960–79</a:t>
            </a:r>
            <a:endParaRPr b="0" i="0" spc="0" sz="613" u="none" cap="none" strike="noStrike">
              <a:solidFill>
                <a:schemeClr val="accent1"/>
              </a:solidFill>
              <a:latin typeface="IBM Plex Sans Medium"/>
              <a:ea typeface="IBM Plex Sans Medium"/>
              <a:cs typeface="IBM Plex Sans Medium"/>
              <a:sym typeface="IBM Plex Sans Medium"/>
            </a:endParaRPr>
          </a:p>
        </p:txBody>
      </p:sp>
      <p:sp>
        <p:nvSpPr>
          <p:cNvPr descr="A graph showing a process, with four steps, a conclusion, and an iterative back-and-forth between steps two and four. " id="700" name="Google Shape;700;h47f5218710c76954_0_1467"/>
          <p:cNvSpPr/>
          <p:nvPr/>
        </p:nvSpPr>
        <p:spPr>
          <a:xfrm>
            <a:off x="4709160" y="3947306"/>
            <a:ext cx="1188600" cy="384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1072"/>
              <a:buFont typeface="Arial"/>
              <a:buNone/>
            </a:pPr>
            <a:r>
              <a:t/>
            </a:r>
            <a:endParaRPr b="0" i="0" spc="0" sz="1072" u="none" cap="none" strike="noStrike">
              <a:solidFill>
                <a:schemeClr val="dk1"/>
              </a:solidFill>
              <a:latin typeface="IBM Plex Sans"/>
              <a:ea typeface="IBM Plex Sans"/>
              <a:cs typeface="IBM Plex Sans"/>
              <a:sym typeface="IBM Plex Sans"/>
            </a:endParaRPr>
          </a:p>
        </p:txBody>
      </p:sp>
      <p:sp>
        <p:nvSpPr>
          <p:cNvPr id="701" name="Google Shape;701;h47f5218710c76954_0_1467"/>
          <p:cNvSpPr txBox="1"/>
          <p:nvPr/>
        </p:nvSpPr>
        <p:spPr>
          <a:xfrm>
            <a:off x="4709160" y="4029602"/>
            <a:ext cx="1188600" cy="219600"/>
          </a:xfrm>
          <a:prstGeom prst="rect">
            <a:avLst/>
          </a:prstGeom>
          <a:noFill/>
          <a:ln>
            <a:noFill/>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613"/>
              <a:buFont typeface="Arial"/>
              <a:buNone/>
            </a:pPr>
            <a:r>
              <a:rPr b="0" i="0" lang="en" spc="0" sz="613" u="none" cap="none" strike="noStrike">
                <a:solidFill>
                  <a:schemeClr val="accent1"/>
                </a:solidFill>
                <a:latin typeface="IBM Plex Sans Medium"/>
                <a:ea typeface="IBM Plex Sans Medium"/>
                <a:cs typeface="IBM Plex Sans Medium"/>
                <a:sym typeface="IBM Plex Sans Medium"/>
              </a:rPr>
              <a:t>1980–99</a:t>
            </a:r>
            <a:endParaRPr b="0" i="0" spc="0" sz="613" u="none" cap="none" strike="noStrike">
              <a:solidFill>
                <a:schemeClr val="accent1"/>
              </a:solidFill>
              <a:latin typeface="IBM Plex Sans Medium"/>
              <a:ea typeface="IBM Plex Sans Medium"/>
              <a:cs typeface="IBM Plex Sans Medium"/>
              <a:sym typeface="IBM Plex Sans Medium"/>
            </a:endParaRPr>
          </a:p>
        </p:txBody>
      </p:sp>
      <p:sp>
        <p:nvSpPr>
          <p:cNvPr descr="A graph showing a process, with four steps, a conclusion, and an iterative back-and-forth between steps two and four. " id="702" name="Google Shape;702;h47f5218710c76954_0_1467"/>
          <p:cNvSpPr/>
          <p:nvPr/>
        </p:nvSpPr>
        <p:spPr>
          <a:xfrm>
            <a:off x="6172200" y="3947306"/>
            <a:ext cx="1188600" cy="384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1072"/>
              <a:buFont typeface="Arial"/>
              <a:buNone/>
            </a:pPr>
            <a:r>
              <a:t/>
            </a:r>
            <a:endParaRPr b="0" i="0" spc="0" sz="1072" u="none" cap="none" strike="noStrike">
              <a:solidFill>
                <a:schemeClr val="dk1"/>
              </a:solidFill>
              <a:latin typeface="IBM Plex Sans"/>
              <a:ea typeface="IBM Plex Sans"/>
              <a:cs typeface="IBM Plex Sans"/>
              <a:sym typeface="IBM Plex Sans"/>
            </a:endParaRPr>
          </a:p>
        </p:txBody>
      </p:sp>
      <p:sp>
        <p:nvSpPr>
          <p:cNvPr id="703" name="Google Shape;703;h47f5218710c76954_0_1467"/>
          <p:cNvSpPr txBox="1"/>
          <p:nvPr/>
        </p:nvSpPr>
        <p:spPr>
          <a:xfrm>
            <a:off x="6172200" y="4029602"/>
            <a:ext cx="1188600" cy="219600"/>
          </a:xfrm>
          <a:prstGeom prst="rect">
            <a:avLst/>
          </a:prstGeom>
          <a:noFill/>
          <a:ln>
            <a:noFill/>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613"/>
              <a:buFont typeface="Arial"/>
              <a:buNone/>
            </a:pPr>
            <a:r>
              <a:rPr b="0" i="0" lang="en" spc="0" sz="613" u="none" cap="none" strike="noStrike">
                <a:solidFill>
                  <a:schemeClr val="accent1"/>
                </a:solidFill>
                <a:latin typeface="IBM Plex Sans Medium"/>
                <a:ea typeface="IBM Plex Sans Medium"/>
                <a:cs typeface="IBM Plex Sans Medium"/>
                <a:sym typeface="IBM Plex Sans Medium"/>
              </a:rPr>
              <a:t>2000+</a:t>
            </a:r>
            <a:endParaRPr b="0" i="0" spc="0" sz="613" u="none" cap="none" strike="noStrike">
              <a:solidFill>
                <a:schemeClr val="accent1"/>
              </a:solidFill>
              <a:latin typeface="IBM Plex Sans Medium"/>
              <a:ea typeface="IBM Plex Sans Medium"/>
              <a:cs typeface="IBM Plex Sans Medium"/>
              <a:sym typeface="IBM Plex Sa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707" name="Shape 707"/>
        <p:cNvGrpSpPr/>
        <p:nvPr/>
      </p:nvGrpSpPr>
      <p:grpSpPr>
        <a:xfrm>
          <a:off x="0" y="0"/>
          <a:ext cx="0" cy="0"/>
          <a:chOff x="0" y="0"/>
          <a:chExt cx="0" cy="0"/>
        </a:xfrm>
      </p:grpSpPr>
      <p:sp>
        <p:nvSpPr>
          <p:cNvPr id="708" name="Google Shape;708;h47f5218710c76954_0_1482"/>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9" name="Google Shape;709;h47f5218710c76954_0_1482"/>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0" name="Google Shape;710;h47f5218710c76954_0_1482"/>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1" name="Google Shape;711;h47f5218710c76954_0_1482"/>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2" name="Google Shape;712;h47f5218710c76954_0_1482"/>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3" name="Google Shape;713;h47f5218710c76954_0_1482"/>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PRELIMINARY ML DIRECTION · FEASIBILITY CHECK</a:t>
            </a:r>
            <a:endParaRPr b="0" i="0" spc="0" sz="900" u="none" cap="none" strike="noStrike">
              <a:solidFill>
                <a:schemeClr val="dk1"/>
              </a:solidFill>
              <a:latin typeface="Calibri"/>
              <a:ea typeface="Calibri"/>
              <a:cs typeface="Calibri"/>
              <a:sym typeface="Calibri"/>
            </a:endParaRPr>
          </a:p>
        </p:txBody>
      </p:sp>
      <p:sp>
        <p:nvSpPr>
          <p:cNvPr id="714" name="Google Shape;714;h47f5218710c76954_0_1482"/>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i="0" lang="en" spc="0" sz="2000" u="none" cap="none" strike="noStrike">
                <a:solidFill>
                  <a:srgbClr val="FBF4EC"/>
                </a:solidFill>
                <a:latin typeface="IBM Plex Sans"/>
                <a:ea typeface="IBM Plex Sans"/>
                <a:cs typeface="IBM Plex Sans"/>
                <a:sym typeface="IBM Plex Sans"/>
              </a:rPr>
              <a:t>Sound predicts era; mistakes are mostly one era off</a:t>
            </a:r>
            <a:endParaRPr b="0" i="0" spc="0" sz="2000" u="none" cap="none" strike="noStrike">
              <a:solidFill>
                <a:schemeClr val="dk1"/>
              </a:solidFill>
              <a:latin typeface="Calibri"/>
              <a:ea typeface="Calibri"/>
              <a:cs typeface="Calibri"/>
              <a:sym typeface="Calibri"/>
            </a:endParaRPr>
          </a:p>
        </p:txBody>
      </p:sp>
      <p:sp>
        <p:nvSpPr>
          <p:cNvPr id="715" name="Google Shape;715;h47f5218710c76954_0_1482"/>
          <p:cNvSpPr/>
          <p:nvPr/>
        </p:nvSpPr>
        <p:spPr>
          <a:xfrm>
            <a:off x="609600" y="1185974"/>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da_f22.png" id="716" name="Google Shape;716;h47f5218710c76954_0_1482"/>
          <p:cNvPicPr preferRelativeResize="0"/>
          <p:nvPr/>
        </p:nvPicPr>
        <p:blipFill rotWithShape="1">
          <a:blip r:embed="rId3">
            <a:alphaModFix/>
          </a:blip>
          <a:srcRect b="0" l="0" r="0" t="0"/>
          <a:stretch/>
        </p:blipFill>
        <p:spPr>
          <a:xfrm>
            <a:off x="1944573" y="1234440"/>
            <a:ext cx="2667101" cy="2103120"/>
          </a:xfrm>
          <a:prstGeom prst="rect">
            <a:avLst/>
          </a:prstGeom>
          <a:noFill/>
          <a:ln>
            <a:noFill/>
          </a:ln>
        </p:spPr>
      </p:pic>
      <p:sp>
        <p:nvSpPr>
          <p:cNvPr id="717" name="Google Shape;717;h47f5218710c76954_0_1482"/>
          <p:cNvSpPr/>
          <p:nvPr/>
        </p:nvSpPr>
        <p:spPr>
          <a:xfrm>
            <a:off x="6060281" y="1188356"/>
            <a:ext cx="2472000" cy="2182800"/>
          </a:xfrm>
          <a:prstGeom prst="roundRect">
            <a:avLst>
              <a:gd fmla="val 4255"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8" name="Google Shape;718;h47f5218710c76954_0_1482"/>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HOW TO READ IT</a:t>
            </a:r>
            <a:endParaRPr b="0" i="0" spc="0" sz="900" u="none" cap="none" strike="noStrike">
              <a:solidFill>
                <a:schemeClr val="dk1"/>
              </a:solidFill>
              <a:latin typeface="Calibri"/>
              <a:ea typeface="Calibri"/>
              <a:cs typeface="Calibri"/>
              <a:sym typeface="Calibri"/>
            </a:endParaRPr>
          </a:p>
        </p:txBody>
      </p:sp>
      <p:sp>
        <p:nvSpPr>
          <p:cNvPr id="719" name="Google Shape;719;h47f5218710c76954_0_1482"/>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Each row is a true era, each column the predicted era. Random forest, tested on artists it never saw during training.</a:t>
            </a:r>
            <a:endParaRPr b="0" i="0" spc="0" sz="900" u="none" cap="none" strike="noStrike">
              <a:solidFill>
                <a:schemeClr val="dk1"/>
              </a:solidFill>
              <a:latin typeface="Calibri"/>
              <a:ea typeface="Calibri"/>
              <a:cs typeface="Calibri"/>
              <a:sym typeface="Calibri"/>
            </a:endParaRPr>
          </a:p>
        </p:txBody>
      </p:sp>
      <p:sp>
        <p:nvSpPr>
          <p:cNvPr id="720" name="Google Shape;720;h47f5218710c76954_0_1482"/>
          <p:cNvSpPr/>
          <p:nvPr/>
        </p:nvSpPr>
        <p:spPr>
          <a:xfrm>
            <a:off x="6196013"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0.59</a:t>
            </a:r>
            <a:endParaRPr b="0" i="0" spc="0" sz="2700" u="none" cap="none" strike="noStrike">
              <a:solidFill>
                <a:schemeClr val="dk1"/>
              </a:solidFill>
              <a:latin typeface="Calibri"/>
              <a:ea typeface="Calibri"/>
              <a:cs typeface="Calibri"/>
              <a:sym typeface="Calibri"/>
            </a:endParaRPr>
          </a:p>
        </p:txBody>
      </p:sp>
      <p:sp>
        <p:nvSpPr>
          <p:cNvPr id="721" name="Google Shape;721;h47f5218710c76954_0_1482"/>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macro-F1, guessing 0.14</a:t>
            </a:r>
            <a:endParaRPr b="0" i="0" spc="0" sz="900" u="none" cap="none" strike="noStrike">
              <a:solidFill>
                <a:schemeClr val="dk1"/>
              </a:solidFill>
              <a:latin typeface="Calibri"/>
              <a:ea typeface="Calibri"/>
              <a:cs typeface="Calibri"/>
              <a:sym typeface="Calibri"/>
            </a:endParaRPr>
          </a:p>
        </p:txBody>
      </p:sp>
      <p:sp>
        <p:nvSpPr>
          <p:cNvPr id="722" name="Google Shape;722;h47f5218710c76954_0_1482"/>
          <p:cNvSpPr/>
          <p:nvPr/>
        </p:nvSpPr>
        <p:spPr>
          <a:xfrm>
            <a:off x="7334250"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79%</a:t>
            </a:r>
            <a:endParaRPr b="0" i="0" spc="0" sz="2700" u="none" cap="none" strike="noStrike">
              <a:solidFill>
                <a:schemeClr val="dk1"/>
              </a:solidFill>
              <a:latin typeface="Calibri"/>
              <a:ea typeface="Calibri"/>
              <a:cs typeface="Calibri"/>
              <a:sym typeface="Calibri"/>
            </a:endParaRPr>
          </a:p>
        </p:txBody>
      </p:sp>
      <p:sp>
        <p:nvSpPr>
          <p:cNvPr id="723" name="Google Shape;723;h47f5218710c76954_0_1482"/>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of errors one era off</a:t>
            </a:r>
            <a:endParaRPr b="0" i="0" spc="0" sz="900" u="none" cap="none" strike="noStrike">
              <a:solidFill>
                <a:schemeClr val="dk1"/>
              </a:solidFill>
              <a:latin typeface="Calibri"/>
              <a:ea typeface="Calibri"/>
              <a:cs typeface="Calibri"/>
              <a:sym typeface="Calibri"/>
            </a:endParaRPr>
          </a:p>
        </p:txBody>
      </p:sp>
      <p:sp>
        <p:nvSpPr>
          <p:cNvPr id="724" name="Google Shape;724;h47f5218710c76954_0_1482"/>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5" name="Google Shape;725;h47f5218710c76954_0_1482"/>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726" name="Google Shape;726;h47f5218710c76954_0_1482"/>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1960-79 (49% recall) and 1980-99 (52%) are hardest. About 92% of tracks land in the right or next era.</a:t>
            </a:r>
            <a:endParaRPr b="0" i="0" spc="0" sz="900" u="none" cap="none" strike="noStrike">
              <a:solidFill>
                <a:schemeClr val="dk1"/>
              </a:solidFill>
              <a:latin typeface="Calibri"/>
              <a:ea typeface="Calibri"/>
              <a:cs typeface="Calibri"/>
              <a:sym typeface="Calibri"/>
            </a:endParaRPr>
          </a:p>
        </p:txBody>
      </p:sp>
      <p:sp>
        <p:nvSpPr>
          <p:cNvPr id="727" name="Google Shape;727;h47f5218710c76954_0_1482"/>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8" name="Google Shape;728;h47f5218710c76954_0_1482"/>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729" name="Google Shape;729;h47f5218710c76954_0_1482"/>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Era prediction is feasible. Eras are 12% to 37% of tracks, so we use class weights and macro-F1.</a:t>
            </a:r>
            <a:endParaRPr b="0" i="0" spc="0" sz="900" u="none" cap="none" strike="noStrike">
              <a:solidFill>
                <a:schemeClr val="dk1"/>
              </a:solidFill>
              <a:latin typeface="Calibri"/>
              <a:ea typeface="Calibri"/>
              <a:cs typeface="Calibri"/>
              <a:sym typeface="Calibri"/>
            </a:endParaRPr>
          </a:p>
        </p:txBody>
      </p:sp>
      <p:sp>
        <p:nvSpPr>
          <p:cNvPr id="730" name="Google Shape;730;h47f5218710c76954_0_1482"/>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pc="0" sz="900" u="none" cap="none" strike="noStrike">
                <a:solidFill>
                  <a:srgbClr val="C9A5A2"/>
                </a:solidFill>
                <a:latin typeface="IBM Plex Sans"/>
                <a:ea typeface="IBM Plex Sans"/>
                <a:cs typeface="IBM Plex Sans"/>
                <a:sym typeface="IBM Plex Sans"/>
              </a:rPr>
              <a:t>Figure 58 from our analysis · 5-fold artist-grouped macro-F1 0.60 · logistic regression 0.53 · Source: Spotify tracks dataset (Kaggle)</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735" name="Shape 735"/>
        <p:cNvGrpSpPr/>
        <p:nvPr/>
      </p:nvGrpSpPr>
      <p:grpSpPr>
        <a:xfrm>
          <a:off x="0" y="0"/>
          <a:ext cx="0" cy="0"/>
          <a:chOff x="0" y="0"/>
          <a:chExt cx="0" cy="0"/>
        </a:xfrm>
      </p:grpSpPr>
      <p:sp>
        <p:nvSpPr>
          <p:cNvPr id="736" name="Google Shape;736;h47f5218710c76954_0_1508"/>
          <p:cNvSpPr/>
          <p:nvPr/>
        </p:nvSpPr>
        <p:spPr>
          <a:xfrm>
            <a:off x="490650" y="685365"/>
            <a:ext cx="8162700" cy="36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400"/>
              <a:buFont typeface="IBM Plex Sans"/>
              <a:buNone/>
            </a:pPr>
            <a:r>
              <a:rPr b="1" i="0" lang="en" spc="0" sz="2400" u="none" cap="none" strike="noStrike">
                <a:solidFill>
                  <a:srgbClr val="FBF4EC"/>
                </a:solidFill>
                <a:latin typeface="IBM Plex Sans"/>
                <a:ea typeface="IBM Plex Sans"/>
                <a:cs typeface="IBM Plex Sans"/>
                <a:sym typeface="IBM Plex Sans"/>
              </a:rPr>
              <a:t>How we would build it</a:t>
            </a:r>
            <a:endParaRPr b="0" i="0" spc="0" sz="2400" u="none" cap="none" strike="noStrike">
              <a:solidFill>
                <a:schemeClr val="dk1"/>
              </a:solidFill>
              <a:latin typeface="Calibri"/>
              <a:ea typeface="Calibri"/>
              <a:cs typeface="Calibri"/>
              <a:sym typeface="Calibri"/>
            </a:endParaRPr>
          </a:p>
        </p:txBody>
      </p:sp>
      <p:sp>
        <p:nvSpPr>
          <p:cNvPr id="737" name="Google Shape;737;h47f5218710c76954_0_1508"/>
          <p:cNvSpPr txBox="1"/>
          <p:nvPr>
            <p:ph idx="4294967295" type="title"/>
          </p:nvPr>
        </p:nvSpPr>
        <p:spPr>
          <a:xfrm>
            <a:off x="518400" y="300500"/>
            <a:ext cx="8107200" cy="292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3600"/>
              <a:buNone/>
            </a:pPr>
            <a:r>
              <a:rPr lang="en" sz="1900"/>
              <a:t>Planned Approach</a:t>
            </a:r>
            <a:endParaRPr sz="1900"/>
          </a:p>
        </p:txBody>
      </p:sp>
      <p:sp>
        <p:nvSpPr>
          <p:cNvPr id="738" name="Google Shape;738;h47f5218710c76954_0_1508"/>
          <p:cNvSpPr/>
          <p:nvPr/>
        </p:nvSpPr>
        <p:spPr>
          <a:xfrm>
            <a:off x="636319" y="3853114"/>
            <a:ext cx="7808700" cy="960300"/>
          </a:xfrm>
          <a:prstGeom prst="roundRect">
            <a:avLst>
              <a:gd fmla="val 8987" name="adj"/>
            </a:avLst>
          </a:prstGeom>
          <a:solidFill>
            <a:schemeClr val="accent4"/>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9" name="Google Shape;739;h47f5218710c76954_0_1508"/>
          <p:cNvSpPr/>
          <p:nvPr/>
        </p:nvSpPr>
        <p:spPr>
          <a:xfrm>
            <a:off x="1196999" y="4243550"/>
            <a:ext cx="1725000" cy="34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pc="0" sz="1000" u="none" cap="none" strike="noStrike">
                <a:solidFill>
                  <a:srgbClr val="E6C9C5"/>
                </a:solidFill>
                <a:latin typeface="IBM Plex Sans"/>
                <a:ea typeface="IBM Plex Sans"/>
                <a:cs typeface="IBM Plex Sans"/>
                <a:sym typeface="IBM Plex Sans"/>
              </a:rPr>
              <a:t>Neighbouring eras blur (79% of errors)</a:t>
            </a:r>
            <a:endParaRPr b="0" i="0" spc="0" sz="1000" u="none" cap="none" strike="noStrike">
              <a:solidFill>
                <a:schemeClr val="dk1"/>
              </a:solidFill>
              <a:latin typeface="Calibri"/>
              <a:ea typeface="Calibri"/>
              <a:cs typeface="Calibri"/>
              <a:sym typeface="Calibri"/>
            </a:endParaRPr>
          </a:p>
        </p:txBody>
      </p:sp>
      <p:sp>
        <p:nvSpPr>
          <p:cNvPr id="740" name="Google Shape;740;h47f5218710c76954_0_1508"/>
          <p:cNvSpPr/>
          <p:nvPr/>
        </p:nvSpPr>
        <p:spPr>
          <a:xfrm>
            <a:off x="1196994" y="4099845"/>
            <a:ext cx="6889200" cy="93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WATCH-OUTS</a:t>
            </a:r>
            <a:endParaRPr b="0" i="0" spc="0" sz="900" u="none" cap="none" strike="noStrike">
              <a:solidFill>
                <a:schemeClr val="dk1"/>
              </a:solidFill>
              <a:latin typeface="Calibri"/>
              <a:ea typeface="Calibri"/>
              <a:cs typeface="Calibri"/>
              <a:sym typeface="Calibri"/>
            </a:endParaRPr>
          </a:p>
        </p:txBody>
      </p:sp>
      <p:sp>
        <p:nvSpPr>
          <p:cNvPr id="741" name="Google Shape;741;h47f5218710c76954_0_1508"/>
          <p:cNvSpPr/>
          <p:nvPr/>
        </p:nvSpPr>
        <p:spPr>
          <a:xfrm>
            <a:off x="3709500" y="4243550"/>
            <a:ext cx="1725000" cy="34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pc="0" sz="1000" u="none" cap="none" strike="noStrike">
                <a:solidFill>
                  <a:srgbClr val="E6C9C5"/>
                </a:solidFill>
                <a:latin typeface="IBM Plex Sans"/>
                <a:ea typeface="IBM Plex Sans"/>
                <a:cs typeface="IBM Plex Sans"/>
                <a:sym typeface="IBM Plex Sans"/>
              </a:rPr>
              <a:t>Energy, loudness, acousticness overlap</a:t>
            </a:r>
            <a:endParaRPr b="0" i="0" spc="0" sz="1000" u="none" cap="none" strike="noStrike">
              <a:solidFill>
                <a:schemeClr val="dk1"/>
              </a:solidFill>
              <a:latin typeface="Calibri"/>
              <a:ea typeface="Calibri"/>
              <a:cs typeface="Calibri"/>
              <a:sym typeface="Calibri"/>
            </a:endParaRPr>
          </a:p>
        </p:txBody>
      </p:sp>
      <p:sp>
        <p:nvSpPr>
          <p:cNvPr id="742" name="Google Shape;742;h47f5218710c76954_0_1508"/>
          <p:cNvSpPr/>
          <p:nvPr/>
        </p:nvSpPr>
        <p:spPr>
          <a:xfrm>
            <a:off x="5939950" y="4243550"/>
            <a:ext cx="1725000" cy="34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pc="0" sz="1000" u="none" cap="none" strike="noStrike">
                <a:solidFill>
                  <a:srgbClr val="E6C9C5"/>
                </a:solidFill>
                <a:latin typeface="IBM Plex Sans"/>
                <a:ea typeface="IBM Plex Sans"/>
                <a:cs typeface="IBM Plex Sans"/>
                <a:sym typeface="IBM Plex Sans"/>
              </a:rPr>
              <a:t>2020s is only a partial year</a:t>
            </a:r>
            <a:endParaRPr b="0" i="0" spc="0" sz="1000" u="none" cap="none" strike="noStrike">
              <a:solidFill>
                <a:schemeClr val="dk1"/>
              </a:solidFill>
              <a:latin typeface="Calibri"/>
              <a:ea typeface="Calibri"/>
              <a:cs typeface="Calibri"/>
              <a:sym typeface="Calibri"/>
            </a:endParaRPr>
          </a:p>
        </p:txBody>
      </p:sp>
      <p:grpSp>
        <p:nvGrpSpPr>
          <p:cNvPr id="743" name="Google Shape;743;h47f5218710c76954_0_1508"/>
          <p:cNvGrpSpPr/>
          <p:nvPr/>
        </p:nvGrpSpPr>
        <p:grpSpPr>
          <a:xfrm>
            <a:off x="362038" y="1467613"/>
            <a:ext cx="1489800" cy="1914300"/>
            <a:chOff x="412200" y="1467625"/>
            <a:chExt cx="1489800" cy="1914300"/>
          </a:xfrm>
        </p:grpSpPr>
        <p:sp>
          <p:nvSpPr>
            <p:cNvPr id="744" name="Google Shape;744;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5" name="Google Shape;745;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01</a:t>
              </a:r>
              <a:endParaRPr b="0" i="0" spc="0" sz="1000" u="none" cap="none" strike="noStrike">
                <a:solidFill>
                  <a:schemeClr val="dk1"/>
                </a:solidFill>
                <a:latin typeface="IBM Plex Sans"/>
                <a:ea typeface="IBM Plex Sans"/>
                <a:cs typeface="IBM Plex Sans"/>
                <a:sym typeface="IBM Plex Sans"/>
              </a:endParaRPr>
            </a:p>
          </p:txBody>
        </p:sp>
        <p:sp>
          <p:nvSpPr>
            <p:cNvPr id="746" name="Google Shape;746;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Features</a:t>
              </a:r>
              <a:endParaRPr b="1" i="0" spc="0" sz="1000" u="none" cap="none" strike="noStrike">
                <a:solidFill>
                  <a:schemeClr val="dk2"/>
                </a:solidFill>
                <a:latin typeface="IBM Plex Sans"/>
                <a:ea typeface="IBM Plex Sans"/>
                <a:cs typeface="IBM Plex Sans"/>
                <a:sym typeface="IBM Plex Sans"/>
              </a:endParaRPr>
            </a:p>
          </p:txBody>
        </p:sp>
        <p:sp>
          <p:nvSpPr>
            <p:cNvPr id="747" name="Google Shape;747;h47f5218710c76954_0_1508"/>
            <p:cNvSpPr txBox="1"/>
            <p:nvPr/>
          </p:nvSpPr>
          <p:spPr>
            <a:xfrm>
              <a:off x="518400" y="2184601"/>
              <a:ext cx="1224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Acousticness, energy, loudness, danceability, valence and more</a:t>
              </a:r>
              <a:endParaRPr b="0" i="0" spc="0" sz="1000" u="none" cap="none" strike="noStrike">
                <a:solidFill>
                  <a:schemeClr val="dk1"/>
                </a:solidFill>
                <a:latin typeface="IBM Plex Sans"/>
                <a:ea typeface="IBM Plex Sans"/>
                <a:cs typeface="IBM Plex Sans"/>
                <a:sym typeface="IBM Plex Sans"/>
              </a:endParaRPr>
            </a:p>
          </p:txBody>
        </p:sp>
      </p:grpSp>
      <p:grpSp>
        <p:nvGrpSpPr>
          <p:cNvPr id="748" name="Google Shape;748;h47f5218710c76954_0_1508"/>
          <p:cNvGrpSpPr/>
          <p:nvPr/>
        </p:nvGrpSpPr>
        <p:grpSpPr>
          <a:xfrm>
            <a:off x="2094569" y="1467613"/>
            <a:ext cx="1489800" cy="1914300"/>
            <a:chOff x="412200" y="1467625"/>
            <a:chExt cx="1489800" cy="1914300"/>
          </a:xfrm>
        </p:grpSpPr>
        <p:sp>
          <p:nvSpPr>
            <p:cNvPr id="749" name="Google Shape;749;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0" name="Google Shape;750;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02</a:t>
              </a:r>
              <a:endParaRPr b="0" i="0" spc="0" sz="1000" u="none" cap="none" strike="noStrike">
                <a:solidFill>
                  <a:schemeClr val="dk1"/>
                </a:solidFill>
                <a:latin typeface="IBM Plex Sans"/>
                <a:ea typeface="IBM Plex Sans"/>
                <a:cs typeface="IBM Plex Sans"/>
                <a:sym typeface="IBM Plex Sans"/>
              </a:endParaRPr>
            </a:p>
          </p:txBody>
        </p:sp>
        <p:sp>
          <p:nvSpPr>
            <p:cNvPr id="751" name="Google Shape;751;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Split</a:t>
              </a:r>
              <a:endParaRPr b="1" i="0" spc="0" sz="1000" u="none" cap="none" strike="noStrike">
                <a:solidFill>
                  <a:schemeClr val="dk2"/>
                </a:solidFill>
                <a:latin typeface="IBM Plex Sans"/>
                <a:ea typeface="IBM Plex Sans"/>
                <a:cs typeface="IBM Plex Sans"/>
                <a:sym typeface="IBM Plex Sans"/>
              </a:endParaRPr>
            </a:p>
          </p:txBody>
        </p:sp>
        <p:sp>
          <p:nvSpPr>
            <p:cNvPr id="752" name="Google Shape;752;h47f5218710c76954_0_1508"/>
            <p:cNvSpPr txBox="1"/>
            <p:nvPr/>
          </p:nvSpPr>
          <p:spPr>
            <a:xfrm>
              <a:off x="518400" y="2184601"/>
              <a:ext cx="1224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Hold out whole artists so none appear in both train and test</a:t>
              </a:r>
              <a:endParaRPr b="0" i="0" spc="0" sz="1000" u="none" cap="none" strike="noStrike">
                <a:solidFill>
                  <a:schemeClr val="dk1"/>
                </a:solidFill>
                <a:latin typeface="IBM Plex Sans"/>
                <a:ea typeface="IBM Plex Sans"/>
                <a:cs typeface="IBM Plex Sans"/>
                <a:sym typeface="IBM Plex Sans"/>
              </a:endParaRPr>
            </a:p>
          </p:txBody>
        </p:sp>
      </p:grpSp>
      <p:grpSp>
        <p:nvGrpSpPr>
          <p:cNvPr id="753" name="Google Shape;753;h47f5218710c76954_0_1508"/>
          <p:cNvGrpSpPr/>
          <p:nvPr/>
        </p:nvGrpSpPr>
        <p:grpSpPr>
          <a:xfrm>
            <a:off x="3827100" y="1467613"/>
            <a:ext cx="1489800" cy="1914300"/>
            <a:chOff x="412200" y="1467625"/>
            <a:chExt cx="1489800" cy="1914300"/>
          </a:xfrm>
        </p:grpSpPr>
        <p:sp>
          <p:nvSpPr>
            <p:cNvPr id="754" name="Google Shape;754;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5" name="Google Shape;755;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03</a:t>
              </a:r>
              <a:endParaRPr b="0" i="0" spc="0" sz="1000" u="none" cap="none" strike="noStrike">
                <a:solidFill>
                  <a:schemeClr val="dk1"/>
                </a:solidFill>
                <a:latin typeface="IBM Plex Sans"/>
                <a:ea typeface="IBM Plex Sans"/>
                <a:cs typeface="IBM Plex Sans"/>
                <a:sym typeface="IBM Plex Sans"/>
              </a:endParaRPr>
            </a:p>
          </p:txBody>
        </p:sp>
        <p:sp>
          <p:nvSpPr>
            <p:cNvPr id="756" name="Google Shape;756;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Rebalance</a:t>
              </a:r>
              <a:endParaRPr b="1" i="0" spc="0" sz="1000" u="none" cap="none" strike="noStrike">
                <a:solidFill>
                  <a:schemeClr val="dk2"/>
                </a:solidFill>
                <a:latin typeface="IBM Plex Sans"/>
                <a:ea typeface="IBM Plex Sans"/>
                <a:cs typeface="IBM Plex Sans"/>
                <a:sym typeface="IBM Plex Sans"/>
              </a:endParaRPr>
            </a:p>
          </p:txBody>
        </p:sp>
        <p:sp>
          <p:nvSpPr>
            <p:cNvPr id="757" name="Google Shape;757;h47f5218710c76954_0_1508"/>
            <p:cNvSpPr txBox="1"/>
            <p:nvPr/>
          </p:nvSpPr>
          <p:spPr>
            <a:xfrm>
              <a:off x="518400" y="2184601"/>
              <a:ext cx="1224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4 era classes. Class weights first, then SMOTE on training data only</a:t>
              </a:r>
              <a:endParaRPr b="0" i="0" spc="0" sz="1000" u="none" cap="none" strike="noStrike">
                <a:solidFill>
                  <a:schemeClr val="dk1"/>
                </a:solidFill>
                <a:latin typeface="IBM Plex Sans"/>
                <a:ea typeface="IBM Plex Sans"/>
                <a:cs typeface="IBM Plex Sans"/>
                <a:sym typeface="IBM Plex Sans"/>
              </a:endParaRPr>
            </a:p>
          </p:txBody>
        </p:sp>
      </p:grpSp>
      <p:grpSp>
        <p:nvGrpSpPr>
          <p:cNvPr id="758" name="Google Shape;758;h47f5218710c76954_0_1508"/>
          <p:cNvGrpSpPr/>
          <p:nvPr/>
        </p:nvGrpSpPr>
        <p:grpSpPr>
          <a:xfrm>
            <a:off x="5559631" y="1467613"/>
            <a:ext cx="1489800" cy="1914300"/>
            <a:chOff x="412200" y="1467625"/>
            <a:chExt cx="1489800" cy="1914300"/>
          </a:xfrm>
        </p:grpSpPr>
        <p:sp>
          <p:nvSpPr>
            <p:cNvPr id="759" name="Google Shape;759;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0" name="Google Shape;760;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04</a:t>
              </a:r>
              <a:endParaRPr b="0" i="0" spc="0" sz="1000" u="none" cap="none" strike="noStrike">
                <a:solidFill>
                  <a:schemeClr val="dk1"/>
                </a:solidFill>
                <a:latin typeface="IBM Plex Sans"/>
                <a:ea typeface="IBM Plex Sans"/>
                <a:cs typeface="IBM Plex Sans"/>
                <a:sym typeface="IBM Plex Sans"/>
              </a:endParaRPr>
            </a:p>
          </p:txBody>
        </p:sp>
        <p:sp>
          <p:nvSpPr>
            <p:cNvPr id="761" name="Google Shape;761;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Model</a:t>
              </a:r>
              <a:endParaRPr b="1" i="0" spc="0" sz="1000" u="none" cap="none" strike="noStrike">
                <a:solidFill>
                  <a:schemeClr val="dk2"/>
                </a:solidFill>
                <a:latin typeface="IBM Plex Sans"/>
                <a:ea typeface="IBM Plex Sans"/>
                <a:cs typeface="IBM Plex Sans"/>
                <a:sym typeface="IBM Plex Sans"/>
              </a:endParaRPr>
            </a:p>
          </p:txBody>
        </p:sp>
        <p:sp>
          <p:nvSpPr>
            <p:cNvPr id="762" name="Google Shape;762;h47f5218710c76954_0_1508"/>
            <p:cNvSpPr txBox="1"/>
            <p:nvPr/>
          </p:nvSpPr>
          <p:spPr>
            <a:xfrm>
              <a:off x="518400" y="2184601"/>
              <a:ext cx="1224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Baselines run: logistic 0.53, forest 0.59 macro-F1. Next: tune, try boosting</a:t>
              </a:r>
              <a:endParaRPr b="0" i="0" spc="0" sz="1000" u="none" cap="none" strike="noStrike">
                <a:solidFill>
                  <a:schemeClr val="dk1"/>
                </a:solidFill>
                <a:latin typeface="IBM Plex Sans"/>
                <a:ea typeface="IBM Plex Sans"/>
                <a:cs typeface="IBM Plex Sans"/>
                <a:sym typeface="IBM Plex Sans"/>
              </a:endParaRPr>
            </a:p>
          </p:txBody>
        </p:sp>
      </p:grpSp>
      <p:grpSp>
        <p:nvGrpSpPr>
          <p:cNvPr id="763" name="Google Shape;763;h47f5218710c76954_0_1508"/>
          <p:cNvGrpSpPr/>
          <p:nvPr/>
        </p:nvGrpSpPr>
        <p:grpSpPr>
          <a:xfrm>
            <a:off x="7292163" y="1467613"/>
            <a:ext cx="1489800" cy="1914300"/>
            <a:chOff x="412200" y="1467625"/>
            <a:chExt cx="1489800" cy="1914300"/>
          </a:xfrm>
        </p:grpSpPr>
        <p:sp>
          <p:nvSpPr>
            <p:cNvPr id="764" name="Google Shape;764;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5" name="Google Shape;765;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05</a:t>
              </a:r>
              <a:endParaRPr b="0" i="0" spc="0" sz="1000" u="none" cap="none" strike="noStrike">
                <a:solidFill>
                  <a:schemeClr val="dk1"/>
                </a:solidFill>
                <a:latin typeface="IBM Plex Sans"/>
                <a:ea typeface="IBM Plex Sans"/>
                <a:cs typeface="IBM Plex Sans"/>
                <a:sym typeface="IBM Plex Sans"/>
              </a:endParaRPr>
            </a:p>
          </p:txBody>
        </p:sp>
        <p:sp>
          <p:nvSpPr>
            <p:cNvPr id="766" name="Google Shape;766;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Evaluate</a:t>
              </a:r>
              <a:endParaRPr b="1" i="0" spc="0" sz="1000" u="none" cap="none" strike="noStrike">
                <a:solidFill>
                  <a:schemeClr val="dk2"/>
                </a:solidFill>
                <a:latin typeface="IBM Plex Sans"/>
                <a:ea typeface="IBM Plex Sans"/>
                <a:cs typeface="IBM Plex Sans"/>
                <a:sym typeface="IBM Plex Sans"/>
              </a:endParaRPr>
            </a:p>
          </p:txBody>
        </p:sp>
        <p:sp>
          <p:nvSpPr>
            <p:cNvPr id="767" name="Google Shape;767;h47f5218710c76954_0_1508"/>
            <p:cNvSpPr txBox="1"/>
            <p:nvPr/>
          </p:nvSpPr>
          <p:spPr>
            <a:xfrm>
              <a:off x="518400" y="2184601"/>
              <a:ext cx="1224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Macro-F1, per-class recall and a confusion matrix, not accuracy alone</a:t>
              </a:r>
              <a:endParaRPr b="0" i="0" spc="0" sz="1000" u="none" cap="none" strike="noStrike">
                <a:solidFill>
                  <a:schemeClr val="dk1"/>
                </a:solidFill>
                <a:latin typeface="IBM Plex Sans"/>
                <a:ea typeface="IBM Plex Sans"/>
                <a:cs typeface="IBM Plex Sans"/>
                <a:sym typeface="IBM Plex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1" name="Shape 771"/>
        <p:cNvGrpSpPr/>
        <p:nvPr/>
      </p:nvGrpSpPr>
      <p:grpSpPr>
        <a:xfrm>
          <a:off x="0" y="0"/>
          <a:ext cx="0" cy="0"/>
          <a:chOff x="0" y="0"/>
          <a:chExt cx="0" cy="0"/>
        </a:xfrm>
      </p:grpSpPr>
      <p:pic>
        <p:nvPicPr>
          <p:cNvPr id="772" name="Google Shape;772;p7" title="Screenshot 2026-10-06 at 8.17.03 PM.png"/>
          <p:cNvPicPr preferRelativeResize="0"/>
          <p:nvPr/>
        </p:nvPicPr>
        <p:blipFill>
          <a:blip r:embed="rId3">
            <a:alphaModFix/>
          </a:blip>
          <a:stretch>
            <a:fillRect/>
          </a:stretch>
        </p:blipFill>
        <p:spPr>
          <a:xfrm>
            <a:off x="777950" y="0"/>
            <a:ext cx="7683359" cy="5143498"/>
          </a:xfrm>
          <a:prstGeom prst="rect">
            <a:avLst/>
          </a:prstGeom>
          <a:noFill/>
          <a:ln>
            <a:noFill/>
          </a:ln>
        </p:spPr>
      </p:pic>
      <p:sp>
        <p:nvSpPr>
          <p:cNvPr id="773" name="Google Shape;773;p7"/>
          <p:cNvSpPr/>
          <p:nvPr/>
        </p:nvSpPr>
        <p:spPr>
          <a:xfrm>
            <a:off x="0" y="0"/>
            <a:ext cx="9144000" cy="51435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2B84B"/>
              </a:buClr>
              <a:buSzPts val="900"/>
              <a:buFont typeface="DM Sans"/>
              <a:buNone/>
            </a:pPr>
            <a:r>
              <a:rPr b="1" lang="en" sz="10000">
                <a:solidFill>
                  <a:schemeClr val="lt1"/>
                </a:solidFill>
                <a:latin typeface="IBM Plex Sans"/>
                <a:ea typeface="IBM Plex Sans"/>
                <a:cs typeface="IBM Plex Sans"/>
                <a:sym typeface="IBM Plex Sans"/>
              </a:rPr>
              <a:t>Dashboard</a:t>
            </a:r>
            <a:endParaRPr i="0" sz="100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cxnSp>
        <p:nvCxnSpPr>
          <p:cNvPr id="778" name="Google Shape;778;p8"/>
          <p:cNvCxnSpPr/>
          <p:nvPr/>
        </p:nvCxnSpPr>
        <p:spPr>
          <a:xfrm>
            <a:off x="4742425" y="2553350"/>
            <a:ext cx="0" cy="2590200"/>
          </a:xfrm>
          <a:prstGeom prst="straightConnector1">
            <a:avLst/>
          </a:prstGeom>
          <a:noFill/>
          <a:ln cap="flat" cmpd="sng" w="9525">
            <a:solidFill>
              <a:schemeClr val="lt2"/>
            </a:solidFill>
            <a:prstDash val="solid"/>
            <a:round/>
            <a:headEnd len="sm" w="sm" type="none"/>
            <a:tailEnd len="sm" w="sm" type="none"/>
          </a:ln>
        </p:spPr>
      </p:cxnSp>
      <p:sp>
        <p:nvSpPr>
          <p:cNvPr id="779" name="Google Shape;779;p8"/>
          <p:cNvSpPr txBox="1"/>
          <p:nvPr>
            <p:ph type="title"/>
          </p:nvPr>
        </p:nvSpPr>
        <p:spPr>
          <a:xfrm>
            <a:off x="436725" y="2781949"/>
            <a:ext cx="4182300" cy="784500"/>
          </a:xfrm>
          <a:prstGeom prst="rect">
            <a:avLst/>
          </a:prstGeom>
          <a:noFill/>
          <a:ln>
            <a:noFill/>
          </a:ln>
        </p:spPr>
        <p:txBody>
          <a:bodyPr anchorCtr="0" anchor="t" bIns="91425" lIns="0" spcFirstLastPara="1" rIns="91425" wrap="square" tIns="91425">
            <a:noAutofit/>
          </a:bodyPr>
          <a:lstStyle/>
          <a:p>
            <a:pPr indent="0" lvl="0" marL="0" rtl="0" algn="l">
              <a:lnSpc>
                <a:spcPct val="100000"/>
              </a:lnSpc>
              <a:spcBef>
                <a:spcPts val="0"/>
              </a:spcBef>
              <a:spcAft>
                <a:spcPts val="0"/>
              </a:spcAft>
              <a:buSzPts val="4600"/>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petitive Analysis">
  <a:themeElements>
    <a:clrScheme name="Simple Light">
      <a:dk1>
        <a:srgbClr val="F1F5F8"/>
      </a:dk1>
      <a:lt1>
        <a:srgbClr val="49070E"/>
      </a:lt1>
      <a:dk2>
        <a:srgbClr val="F8E4DC"/>
      </a:dk2>
      <a:lt2>
        <a:srgbClr val="F2631F"/>
      </a:lt2>
      <a:accent1>
        <a:srgbClr val="FFC490"/>
      </a:accent1>
      <a:accent2>
        <a:srgbClr val="913700"/>
      </a:accent2>
      <a:accent3>
        <a:srgbClr val="EACFC3"/>
      </a:accent3>
      <a:accent4>
        <a:srgbClr val="AB3F23"/>
      </a:accent4>
      <a:accent5>
        <a:srgbClr val="681227"/>
      </a:accent5>
      <a:accent6>
        <a:srgbClr val="EE732D"/>
      </a:accent6>
      <a:hlink>
        <a:srgbClr val="C251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